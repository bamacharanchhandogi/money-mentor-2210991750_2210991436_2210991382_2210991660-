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68" r:id="rId2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2747BC-474E-4536-8E49-78783408693E}" v="19" dt="2026-05-01T16:40:38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45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andeep kaur" userId="63344fc36a8a8d8d" providerId="LiveId" clId="{0F2DC0A6-DFFE-4C2E-BBFC-2D3274F8A42D}"/>
    <pc:docChg chg="undo redo custSel addSld delSld modSld">
      <pc:chgData name="karandeep kaur" userId="63344fc36a8a8d8d" providerId="LiveId" clId="{0F2DC0A6-DFFE-4C2E-BBFC-2D3274F8A42D}" dt="2026-05-01T16:47:56.096" v="2944" actId="6549"/>
      <pc:docMkLst>
        <pc:docMk/>
      </pc:docMkLst>
      <pc:sldChg chg="modSp mod">
        <pc:chgData name="karandeep kaur" userId="63344fc36a8a8d8d" providerId="LiveId" clId="{0F2DC0A6-DFFE-4C2E-BBFC-2D3274F8A42D}" dt="2026-05-01T16:41:44.700" v="2943" actId="20577"/>
        <pc:sldMkLst>
          <pc:docMk/>
          <pc:sldMk cId="0" sldId="256"/>
        </pc:sldMkLst>
        <pc:spChg chg="mod">
          <ac:chgData name="karandeep kaur" userId="63344fc36a8a8d8d" providerId="LiveId" clId="{0F2DC0A6-DFFE-4C2E-BBFC-2D3274F8A42D}" dt="2026-05-01T16:41:44.700" v="2943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karandeep kaur" userId="63344fc36a8a8d8d" providerId="LiveId" clId="{0F2DC0A6-DFFE-4C2E-BBFC-2D3274F8A42D}" dt="2026-05-01T16:47:56.096" v="2944" actId="6549"/>
        <pc:sldMkLst>
          <pc:docMk/>
          <pc:sldMk cId="0" sldId="257"/>
        </pc:sldMkLst>
        <pc:spChg chg="mod">
          <ac:chgData name="karandeep kaur" userId="63344fc36a8a8d8d" providerId="LiveId" clId="{0F2DC0A6-DFFE-4C2E-BBFC-2D3274F8A42D}" dt="2026-05-01T16:47:56.096" v="2944" actId="6549"/>
          <ac:spMkLst>
            <pc:docMk/>
            <pc:sldMk cId="0" sldId="257"/>
            <ac:spMk id="5" creationId="{00000000-0000-0000-0000-000000000000}"/>
          </ac:spMkLst>
        </pc:spChg>
      </pc:sldChg>
      <pc:sldChg chg="addSp delSp modSp mod">
        <pc:chgData name="karandeep kaur" userId="63344fc36a8a8d8d" providerId="LiveId" clId="{0F2DC0A6-DFFE-4C2E-BBFC-2D3274F8A42D}" dt="2026-04-30T16:17:09.770" v="983" actId="1076"/>
        <pc:sldMkLst>
          <pc:docMk/>
          <pc:sldMk cId="390698155" sldId="281"/>
        </pc:sldMkLst>
        <pc:spChg chg="mod">
          <ac:chgData name="karandeep kaur" userId="63344fc36a8a8d8d" providerId="LiveId" clId="{0F2DC0A6-DFFE-4C2E-BBFC-2D3274F8A42D}" dt="2026-04-30T16:17:09.770" v="983" actId="1076"/>
          <ac:spMkLst>
            <pc:docMk/>
            <pc:sldMk cId="390698155" sldId="281"/>
            <ac:spMk id="2" creationId="{0068D0A5-D09D-EA9C-61E0-0C4EC87BBFB6}"/>
          </ac:spMkLst>
        </pc:spChg>
        <pc:spChg chg="del mod">
          <ac:chgData name="karandeep kaur" userId="63344fc36a8a8d8d" providerId="LiveId" clId="{0F2DC0A6-DFFE-4C2E-BBFC-2D3274F8A42D}" dt="2026-04-30T16:15:42.922" v="928" actId="478"/>
          <ac:spMkLst>
            <pc:docMk/>
            <pc:sldMk cId="390698155" sldId="281"/>
            <ac:spMk id="13" creationId="{178A155D-6106-C6A7-63DE-0D604730025F}"/>
          </ac:spMkLst>
        </pc:spChg>
        <pc:spChg chg="del">
          <ac:chgData name="karandeep kaur" userId="63344fc36a8a8d8d" providerId="LiveId" clId="{0F2DC0A6-DFFE-4C2E-BBFC-2D3274F8A42D}" dt="2026-04-30T15:58:37.553" v="386" actId="478"/>
          <ac:spMkLst>
            <pc:docMk/>
            <pc:sldMk cId="390698155" sldId="281"/>
            <ac:spMk id="14" creationId="{6B19AC16-4A62-74D2-68E3-38626D5126E7}"/>
          </ac:spMkLst>
        </pc:spChg>
        <pc:spChg chg="del">
          <ac:chgData name="karandeep kaur" userId="63344fc36a8a8d8d" providerId="LiveId" clId="{0F2DC0A6-DFFE-4C2E-BBFC-2D3274F8A42D}" dt="2026-04-30T16:10:35.992" v="520" actId="478"/>
          <ac:spMkLst>
            <pc:docMk/>
            <pc:sldMk cId="390698155" sldId="281"/>
            <ac:spMk id="15" creationId="{B9700E23-6799-0A0B-60E8-0AFF24AF9F76}"/>
          </ac:spMkLst>
        </pc:spChg>
        <pc:spChg chg="del mod">
          <ac:chgData name="karandeep kaur" userId="63344fc36a8a8d8d" providerId="LiveId" clId="{0F2DC0A6-DFFE-4C2E-BBFC-2D3274F8A42D}" dt="2026-04-30T16:10:30.517" v="519" actId="478"/>
          <ac:spMkLst>
            <pc:docMk/>
            <pc:sldMk cId="390698155" sldId="281"/>
            <ac:spMk id="16" creationId="{BDCB2D15-85DA-E426-B276-196274F95287}"/>
          </ac:spMkLst>
        </pc:spChg>
        <pc:spChg chg="add del mod">
          <ac:chgData name="karandeep kaur" userId="63344fc36a8a8d8d" providerId="LiveId" clId="{0F2DC0A6-DFFE-4C2E-BBFC-2D3274F8A42D}" dt="2026-04-30T16:05:39.540" v="474" actId="14100"/>
          <ac:spMkLst>
            <pc:docMk/>
            <pc:sldMk cId="390698155" sldId="281"/>
            <ac:spMk id="17" creationId="{BEE1200F-3CBD-92C2-3651-A930111D5A27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21" creationId="{C03649CA-1D12-7A5E-F8E0-81AE8080B93D}"/>
          </ac:spMkLst>
        </pc:spChg>
        <pc:spChg chg="add del mod">
          <ac:chgData name="karandeep kaur" userId="63344fc36a8a8d8d" providerId="LiveId" clId="{0F2DC0A6-DFFE-4C2E-BBFC-2D3274F8A42D}" dt="2026-04-30T16:05:39.540" v="474" actId="14100"/>
          <ac:spMkLst>
            <pc:docMk/>
            <pc:sldMk cId="390698155" sldId="281"/>
            <ac:spMk id="23" creationId="{2D460AB5-7B40-445F-C9C3-F99824B21D3F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24" creationId="{B5A06682-3BE3-E806-E6E2-A5EA67B0ED76}"/>
          </ac:spMkLst>
        </pc:spChg>
        <pc:spChg chg="add del mod">
          <ac:chgData name="karandeep kaur" userId="63344fc36a8a8d8d" providerId="LiveId" clId="{0F2DC0A6-DFFE-4C2E-BBFC-2D3274F8A42D}" dt="2026-04-30T16:05:39.540" v="474" actId="14100"/>
          <ac:spMkLst>
            <pc:docMk/>
            <pc:sldMk cId="390698155" sldId="281"/>
            <ac:spMk id="25" creationId="{45542022-2716-2163-560E-F63F532B7FD0}"/>
          </ac:spMkLst>
        </pc:spChg>
        <pc:spChg chg="del mod">
          <ac:chgData name="karandeep kaur" userId="63344fc36a8a8d8d" providerId="LiveId" clId="{0F2DC0A6-DFFE-4C2E-BBFC-2D3274F8A42D}" dt="2026-04-30T16:05:59.391" v="475" actId="478"/>
          <ac:spMkLst>
            <pc:docMk/>
            <pc:sldMk cId="390698155" sldId="281"/>
            <ac:spMk id="28" creationId="{1A034CA9-AA6E-18A6-89DD-192EEB681BD2}"/>
          </ac:spMkLst>
        </pc:spChg>
        <pc:spChg chg="del">
          <ac:chgData name="karandeep kaur" userId="63344fc36a8a8d8d" providerId="LiveId" clId="{0F2DC0A6-DFFE-4C2E-BBFC-2D3274F8A42D}" dt="2026-04-30T16:10:06.403" v="517" actId="478"/>
          <ac:spMkLst>
            <pc:docMk/>
            <pc:sldMk cId="390698155" sldId="281"/>
            <ac:spMk id="29" creationId="{8EDBDD5C-947F-38AE-2066-3E4B3D023876}"/>
          </ac:spMkLst>
        </pc:spChg>
        <pc:spChg chg="mod">
          <ac:chgData name="karandeep kaur" userId="63344fc36a8a8d8d" providerId="LiveId" clId="{0F2DC0A6-DFFE-4C2E-BBFC-2D3274F8A42D}" dt="2026-04-30T16:12:48.978" v="606" actId="1037"/>
          <ac:spMkLst>
            <pc:docMk/>
            <pc:sldMk cId="390698155" sldId="281"/>
            <ac:spMk id="30" creationId="{4EBFA2F1-AC84-BAAE-4F1F-92891E4F1E5C}"/>
          </ac:spMkLst>
        </pc:spChg>
        <pc:spChg chg="add del 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31" creationId="{364C3108-40F4-F989-9E92-B5E4586828E7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32" creationId="{4C46212A-2AC5-AAFA-778B-26612D4CC1DF}"/>
          </ac:spMkLst>
        </pc:spChg>
        <pc:spChg chg="add del 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33" creationId="{A1476671-B79B-D534-C13F-AD033067C3D2}"/>
          </ac:spMkLst>
        </pc:spChg>
        <pc:spChg chg="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35" creationId="{65116FC4-31EE-EA75-41B4-53E991AB60D9}"/>
          </ac:spMkLst>
        </pc:spChg>
        <pc:spChg chg="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36" creationId="{993E1FEC-2101-F537-2DB2-D78C6A8C59FA}"/>
          </ac:spMkLst>
        </pc:spChg>
        <pc:spChg chg="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37" creationId="{E4AF1EF9-A0EC-2706-28AD-E89BA4DFD67C}"/>
          </ac:spMkLst>
        </pc:spChg>
        <pc:spChg chg="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40" creationId="{BC9DE718-C846-D229-DECC-08EE41A9B0E3}"/>
          </ac:spMkLst>
        </pc:spChg>
        <pc:spChg chg="add del mod">
          <ac:chgData name="karandeep kaur" userId="63344fc36a8a8d8d" providerId="LiveId" clId="{0F2DC0A6-DFFE-4C2E-BBFC-2D3274F8A42D}" dt="2026-04-30T16:11:06.881" v="527" actId="478"/>
          <ac:spMkLst>
            <pc:docMk/>
            <pc:sldMk cId="390698155" sldId="281"/>
            <ac:spMk id="41" creationId="{44E08ED5-CE0E-19D3-4946-9A39A0C0CDB0}"/>
          </ac:spMkLst>
        </pc:spChg>
        <pc:spChg chg="add del">
          <ac:chgData name="karandeep kaur" userId="63344fc36a8a8d8d" providerId="LiveId" clId="{0F2DC0A6-DFFE-4C2E-BBFC-2D3274F8A42D}" dt="2026-04-30T16:11:04.946" v="526" actId="478"/>
          <ac:spMkLst>
            <pc:docMk/>
            <pc:sldMk cId="390698155" sldId="281"/>
            <ac:spMk id="42" creationId="{928D1846-D013-C276-29AC-5B6D9F1C60C0}"/>
          </ac:spMkLst>
        </pc:spChg>
        <pc:spChg chg="mod">
          <ac:chgData name="karandeep kaur" userId="63344fc36a8a8d8d" providerId="LiveId" clId="{0F2DC0A6-DFFE-4C2E-BBFC-2D3274F8A42D}" dt="2026-04-30T16:14:31.389" v="788" actId="1038"/>
          <ac:spMkLst>
            <pc:docMk/>
            <pc:sldMk cId="390698155" sldId="281"/>
            <ac:spMk id="43" creationId="{3E43B083-1355-C194-51DA-C7C29DCCFDA6}"/>
          </ac:spMkLst>
        </pc:spChg>
        <pc:spChg chg="mod">
          <ac:chgData name="karandeep kaur" userId="63344fc36a8a8d8d" providerId="LiveId" clId="{0F2DC0A6-DFFE-4C2E-BBFC-2D3274F8A42D}" dt="2026-04-30T16:11:16.266" v="530" actId="14100"/>
          <ac:spMkLst>
            <pc:docMk/>
            <pc:sldMk cId="390698155" sldId="281"/>
            <ac:spMk id="44" creationId="{339065A6-08CC-39C7-225B-D56A57D2B656}"/>
          </ac:spMkLst>
        </pc:spChg>
        <pc:spChg chg="mod">
          <ac:chgData name="karandeep kaur" userId="63344fc36a8a8d8d" providerId="LiveId" clId="{0F2DC0A6-DFFE-4C2E-BBFC-2D3274F8A42D}" dt="2026-04-30T16:04:42.491" v="462" actId="1076"/>
          <ac:spMkLst>
            <pc:docMk/>
            <pc:sldMk cId="390698155" sldId="281"/>
            <ac:spMk id="45" creationId="{040D5E14-D2E1-3B3F-35FB-0E64C1D7515E}"/>
          </ac:spMkLst>
        </pc:spChg>
        <pc:spChg chg="mod">
          <ac:chgData name="karandeep kaur" userId="63344fc36a8a8d8d" providerId="LiveId" clId="{0F2DC0A6-DFFE-4C2E-BBFC-2D3274F8A42D}" dt="2026-04-30T16:04:40.847" v="458" actId="1076"/>
          <ac:spMkLst>
            <pc:docMk/>
            <pc:sldMk cId="390698155" sldId="281"/>
            <ac:spMk id="46" creationId="{02D1FA6B-D65D-688A-5164-2478F79332AA}"/>
          </ac:spMkLst>
        </pc:spChg>
        <pc:spChg chg="add del mod">
          <ac:chgData name="karandeep kaur" userId="63344fc36a8a8d8d" providerId="LiveId" clId="{0F2DC0A6-DFFE-4C2E-BBFC-2D3274F8A42D}" dt="2026-04-30T16:05:39.540" v="474" actId="14100"/>
          <ac:spMkLst>
            <pc:docMk/>
            <pc:sldMk cId="390698155" sldId="281"/>
            <ac:spMk id="47" creationId="{F6E6B789-1858-6304-173A-DAE1A34DE66A}"/>
          </ac:spMkLst>
        </pc:spChg>
        <pc:spChg chg="del">
          <ac:chgData name="karandeep kaur" userId="63344fc36a8a8d8d" providerId="LiveId" clId="{0F2DC0A6-DFFE-4C2E-BBFC-2D3274F8A42D}" dt="2026-04-30T16:11:33.275" v="532" actId="478"/>
          <ac:spMkLst>
            <pc:docMk/>
            <pc:sldMk cId="390698155" sldId="281"/>
            <ac:spMk id="48" creationId="{6AEA11A8-72F4-F00A-AEC2-EA63C62F196F}"/>
          </ac:spMkLst>
        </pc:spChg>
        <pc:spChg chg="del">
          <ac:chgData name="karandeep kaur" userId="63344fc36a8a8d8d" providerId="LiveId" clId="{0F2DC0A6-DFFE-4C2E-BBFC-2D3274F8A42D}" dt="2026-04-30T16:11:26.834" v="531" actId="478"/>
          <ac:spMkLst>
            <pc:docMk/>
            <pc:sldMk cId="390698155" sldId="281"/>
            <ac:spMk id="49" creationId="{BE5C07E4-F7C9-C82F-D2D4-FFED805FEDDA}"/>
          </ac:spMkLst>
        </pc:spChg>
        <pc:spChg chg="mod">
          <ac:chgData name="karandeep kaur" userId="63344fc36a8a8d8d" providerId="LiveId" clId="{0F2DC0A6-DFFE-4C2E-BBFC-2D3274F8A42D}" dt="2026-04-30T16:15:24.893" v="926" actId="1037"/>
          <ac:spMkLst>
            <pc:docMk/>
            <pc:sldMk cId="390698155" sldId="281"/>
            <ac:spMk id="50" creationId="{9A021181-A28B-5230-EEAE-F453C7F85677}"/>
          </ac:spMkLst>
        </pc:spChg>
        <pc:spChg chg="mod">
          <ac:chgData name="karandeep kaur" userId="63344fc36a8a8d8d" providerId="LiveId" clId="{0F2DC0A6-DFFE-4C2E-BBFC-2D3274F8A42D}" dt="2026-04-30T16:15:13.929" v="891" actId="1037"/>
          <ac:spMkLst>
            <pc:docMk/>
            <pc:sldMk cId="390698155" sldId="281"/>
            <ac:spMk id="51" creationId="{D8FD1A15-9383-8371-C1ED-33EA55AA4FC0}"/>
          </ac:spMkLst>
        </pc:spChg>
        <pc:spChg chg="mod">
          <ac:chgData name="karandeep kaur" userId="63344fc36a8a8d8d" providerId="LiveId" clId="{0F2DC0A6-DFFE-4C2E-BBFC-2D3274F8A42D}" dt="2026-04-30T16:15:13.929" v="891" actId="1037"/>
          <ac:spMkLst>
            <pc:docMk/>
            <pc:sldMk cId="390698155" sldId="281"/>
            <ac:spMk id="52" creationId="{743294B9-B443-9F78-D3DD-25D4C96EE053}"/>
          </ac:spMkLst>
        </pc:spChg>
        <pc:spChg chg="mod">
          <ac:chgData name="karandeep kaur" userId="63344fc36a8a8d8d" providerId="LiveId" clId="{0F2DC0A6-DFFE-4C2E-BBFC-2D3274F8A42D}" dt="2026-04-30T16:15:13.929" v="891" actId="1037"/>
          <ac:spMkLst>
            <pc:docMk/>
            <pc:sldMk cId="390698155" sldId="281"/>
            <ac:spMk id="53" creationId="{1AC3940E-D947-BE32-247E-036EC556BE02}"/>
          </ac:spMkLst>
        </pc:spChg>
        <pc:spChg chg="mod">
          <ac:chgData name="karandeep kaur" userId="63344fc36a8a8d8d" providerId="LiveId" clId="{0F2DC0A6-DFFE-4C2E-BBFC-2D3274F8A42D}" dt="2026-04-30T16:15:13.929" v="891" actId="1037"/>
          <ac:spMkLst>
            <pc:docMk/>
            <pc:sldMk cId="390698155" sldId="281"/>
            <ac:spMk id="54" creationId="{423A2867-AF0D-CAE7-3B8C-631632F159B2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55" creationId="{5C9F3E06-85EC-1523-16FA-D65FD350E3AC}"/>
          </ac:spMkLst>
        </pc:spChg>
        <pc:spChg chg="del">
          <ac:chgData name="karandeep kaur" userId="63344fc36a8a8d8d" providerId="LiveId" clId="{0F2DC0A6-DFFE-4C2E-BBFC-2D3274F8A42D}" dt="2026-04-30T16:10:43.828" v="522" actId="478"/>
          <ac:spMkLst>
            <pc:docMk/>
            <pc:sldMk cId="390698155" sldId="281"/>
            <ac:spMk id="56" creationId="{CA30CBBB-09C6-EDD1-01F8-67A44CE952E5}"/>
          </ac:spMkLst>
        </pc:spChg>
        <pc:spChg chg="del">
          <ac:chgData name="karandeep kaur" userId="63344fc36a8a8d8d" providerId="LiveId" clId="{0F2DC0A6-DFFE-4C2E-BBFC-2D3274F8A42D}" dt="2026-04-30T16:10:41.156" v="521" actId="478"/>
          <ac:spMkLst>
            <pc:docMk/>
            <pc:sldMk cId="390698155" sldId="281"/>
            <ac:spMk id="57" creationId="{9296A2E6-4D37-581D-E19B-241A2DAE19C5}"/>
          </ac:spMkLst>
        </pc:spChg>
        <pc:spChg chg="add del mod">
          <ac:chgData name="karandeep kaur" userId="63344fc36a8a8d8d" providerId="LiveId" clId="{0F2DC0A6-DFFE-4C2E-BBFC-2D3274F8A42D}" dt="2026-04-30T16:10:50.402" v="523" actId="14100"/>
          <ac:spMkLst>
            <pc:docMk/>
            <pc:sldMk cId="390698155" sldId="281"/>
            <ac:spMk id="59" creationId="{00C4DF9F-ACA8-F5F7-ED4F-E869AF8B3876}"/>
          </ac:spMkLst>
        </pc:spChg>
        <pc:spChg chg="mod">
          <ac:chgData name="karandeep kaur" userId="63344fc36a8a8d8d" providerId="LiveId" clId="{0F2DC0A6-DFFE-4C2E-BBFC-2D3274F8A42D}" dt="2026-04-30T16:10:54.694" v="524" actId="14100"/>
          <ac:spMkLst>
            <pc:docMk/>
            <pc:sldMk cId="390698155" sldId="281"/>
            <ac:spMk id="60" creationId="{E9B72E70-D9A3-61A3-E28D-B32B13519BB5}"/>
          </ac:spMkLst>
        </pc:spChg>
        <pc:spChg chg="mod">
          <ac:chgData name="karandeep kaur" userId="63344fc36a8a8d8d" providerId="LiveId" clId="{0F2DC0A6-DFFE-4C2E-BBFC-2D3274F8A42D}" dt="2026-04-30T16:10:58.810" v="525" actId="14100"/>
          <ac:spMkLst>
            <pc:docMk/>
            <pc:sldMk cId="390698155" sldId="281"/>
            <ac:spMk id="61" creationId="{7D561EA8-8E52-235D-C14B-766FB98DE2FA}"/>
          </ac:spMkLst>
        </pc:spChg>
        <pc:spChg chg="add del mod">
          <ac:chgData name="karandeep kaur" userId="63344fc36a8a8d8d" providerId="LiveId" clId="{0F2DC0A6-DFFE-4C2E-BBFC-2D3274F8A42D}" dt="2026-04-30T16:16:07.749" v="929" actId="14100"/>
          <ac:spMkLst>
            <pc:docMk/>
            <pc:sldMk cId="390698155" sldId="281"/>
            <ac:spMk id="62" creationId="{DD1999EF-EAF5-4B44-9D97-F461E1182B69}"/>
          </ac:spMkLst>
        </pc:spChg>
        <pc:spChg chg="del">
          <ac:chgData name="karandeep kaur" userId="63344fc36a8a8d8d" providerId="LiveId" clId="{0F2DC0A6-DFFE-4C2E-BBFC-2D3274F8A42D}" dt="2026-04-30T16:07:34.186" v="492" actId="478"/>
          <ac:spMkLst>
            <pc:docMk/>
            <pc:sldMk cId="390698155" sldId="281"/>
            <ac:spMk id="63" creationId="{FEB22B58-7CE4-DE13-B08B-8F7141EB6CE3}"/>
          </ac:spMkLst>
        </pc:spChg>
        <pc:spChg chg="add del mod">
          <ac:chgData name="karandeep kaur" userId="63344fc36a8a8d8d" providerId="LiveId" clId="{0F2DC0A6-DFFE-4C2E-BBFC-2D3274F8A42D}" dt="2026-04-30T16:07:30.488" v="491" actId="478"/>
          <ac:spMkLst>
            <pc:docMk/>
            <pc:sldMk cId="390698155" sldId="281"/>
            <ac:spMk id="64" creationId="{C6462FE1-44E8-79D8-B073-B8BC6F19EDB0}"/>
          </ac:spMkLst>
        </pc:spChg>
        <pc:spChg chg="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65" creationId="{32979AE1-8468-7A91-0B8B-7CDFE027A302}"/>
          </ac:spMkLst>
        </pc:spChg>
        <pc:spChg chg="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67" creationId="{72AE6216-AD93-3879-4878-9892981F59DA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68" creationId="{BACA3DD1-56F4-F49C-9116-94BD7F46B7BF}"/>
          </ac:spMkLst>
        </pc:spChg>
        <pc:spChg chg="add del 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70" creationId="{1E5DFDA7-709A-06D4-F829-7C33502CD4FF}"/>
          </ac:spMkLst>
        </pc:spChg>
        <pc:spChg chg="add del">
          <ac:chgData name="karandeep kaur" userId="63344fc36a8a8d8d" providerId="LiveId" clId="{0F2DC0A6-DFFE-4C2E-BBFC-2D3274F8A42D}" dt="2026-04-30T16:07:50.539" v="494" actId="478"/>
          <ac:spMkLst>
            <pc:docMk/>
            <pc:sldMk cId="390698155" sldId="281"/>
            <ac:spMk id="71" creationId="{A6A1D8E6-B980-2E6C-BBFE-FC5651763EB0}"/>
          </ac:spMkLst>
        </pc:spChg>
        <pc:spChg chg="add del mod">
          <ac:chgData name="karandeep kaur" userId="63344fc36a8a8d8d" providerId="LiveId" clId="{0F2DC0A6-DFFE-4C2E-BBFC-2D3274F8A42D}" dt="2026-04-30T16:07:43.279" v="493" actId="478"/>
          <ac:spMkLst>
            <pc:docMk/>
            <pc:sldMk cId="390698155" sldId="281"/>
            <ac:spMk id="72" creationId="{26DA0E77-ADB3-99AE-480D-ECF7EC9185F4}"/>
          </ac:spMkLst>
        </pc:spChg>
        <pc:spChg chg="mod">
          <ac:chgData name="karandeep kaur" userId="63344fc36a8a8d8d" providerId="LiveId" clId="{0F2DC0A6-DFFE-4C2E-BBFC-2D3274F8A42D}" dt="2026-04-30T16:03:46.549" v="445" actId="1076"/>
          <ac:spMkLst>
            <pc:docMk/>
            <pc:sldMk cId="390698155" sldId="281"/>
            <ac:spMk id="73" creationId="{F0138D58-8D6F-A7EC-D3E0-899936C2E624}"/>
          </ac:spMkLst>
        </pc:spChg>
        <pc:spChg chg="mod">
          <ac:chgData name="karandeep kaur" userId="63344fc36a8a8d8d" providerId="LiveId" clId="{0F2DC0A6-DFFE-4C2E-BBFC-2D3274F8A42D}" dt="2026-04-30T16:03:45.551" v="444" actId="14100"/>
          <ac:spMkLst>
            <pc:docMk/>
            <pc:sldMk cId="390698155" sldId="281"/>
            <ac:spMk id="74" creationId="{93641BB5-7806-D05C-9E17-631DD48C7701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75" creationId="{6BED0F6D-1A1B-BEC8-5D3B-D5FE95EF553E}"/>
          </ac:spMkLst>
        </pc:spChg>
        <pc:spChg chg="mod">
          <ac:chgData name="karandeep kaur" userId="63344fc36a8a8d8d" providerId="LiveId" clId="{0F2DC0A6-DFFE-4C2E-BBFC-2D3274F8A42D}" dt="2026-04-30T16:09:27.322" v="513" actId="313"/>
          <ac:spMkLst>
            <pc:docMk/>
            <pc:sldMk cId="390698155" sldId="281"/>
            <ac:spMk id="76" creationId="{40529D58-E28C-E081-B468-017B9D5A3262}"/>
          </ac:spMkLst>
        </pc:spChg>
        <pc:spChg chg="mod">
          <ac:chgData name="karandeep kaur" userId="63344fc36a8a8d8d" providerId="LiveId" clId="{0F2DC0A6-DFFE-4C2E-BBFC-2D3274F8A42D}" dt="2026-04-30T16:14:01.625" v="746" actId="1037"/>
          <ac:spMkLst>
            <pc:docMk/>
            <pc:sldMk cId="390698155" sldId="281"/>
            <ac:spMk id="77" creationId="{DD191729-2F40-293F-6DFB-A375489DB87C}"/>
          </ac:spMkLst>
        </pc:spChg>
        <pc:spChg chg="mod">
          <ac:chgData name="karandeep kaur" userId="63344fc36a8a8d8d" providerId="LiveId" clId="{0F2DC0A6-DFFE-4C2E-BBFC-2D3274F8A42D}" dt="2026-04-30T16:14:01.625" v="746" actId="1037"/>
          <ac:spMkLst>
            <pc:docMk/>
            <pc:sldMk cId="390698155" sldId="281"/>
            <ac:spMk id="78" creationId="{34E2542B-81F2-DE9A-4550-BA49BBCE828A}"/>
          </ac:spMkLst>
        </pc:spChg>
        <pc:spChg chg="add del">
          <ac:chgData name="karandeep kaur" userId="63344fc36a8a8d8d" providerId="LiveId" clId="{0F2DC0A6-DFFE-4C2E-BBFC-2D3274F8A42D}" dt="2026-04-30T16:12:04.628" v="538" actId="478"/>
          <ac:spMkLst>
            <pc:docMk/>
            <pc:sldMk cId="390698155" sldId="281"/>
            <ac:spMk id="79" creationId="{6E9A3657-CED2-C4DE-4092-FFE0142EBD0E}"/>
          </ac:spMkLst>
        </pc:spChg>
        <pc:spChg chg="add del">
          <ac:chgData name="karandeep kaur" userId="63344fc36a8a8d8d" providerId="LiveId" clId="{0F2DC0A6-DFFE-4C2E-BBFC-2D3274F8A42D}" dt="2026-04-30T16:12:00.862" v="537" actId="478"/>
          <ac:spMkLst>
            <pc:docMk/>
            <pc:sldMk cId="390698155" sldId="281"/>
            <ac:spMk id="80" creationId="{4B6AA410-1951-791C-07FF-886B6C3A531D}"/>
          </ac:spMkLst>
        </pc:spChg>
        <pc:spChg chg="mod">
          <ac:chgData name="karandeep kaur" userId="63344fc36a8a8d8d" providerId="LiveId" clId="{0F2DC0A6-DFFE-4C2E-BBFC-2D3274F8A42D}" dt="2026-04-30T16:15:13.929" v="891" actId="1037"/>
          <ac:spMkLst>
            <pc:docMk/>
            <pc:sldMk cId="390698155" sldId="281"/>
            <ac:spMk id="81" creationId="{AE43EBC1-AE7B-94D3-6011-46B5EAA98421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82" creationId="{2781F7A2-62CC-7194-2BDF-20FF45C16964}"/>
          </ac:spMkLst>
        </pc:spChg>
        <pc:spChg chg="mod">
          <ac:chgData name="karandeep kaur" userId="63344fc36a8a8d8d" providerId="LiveId" clId="{0F2DC0A6-DFFE-4C2E-BBFC-2D3274F8A42D}" dt="2026-04-30T16:15:13.929" v="891" actId="1037"/>
          <ac:spMkLst>
            <pc:docMk/>
            <pc:sldMk cId="390698155" sldId="281"/>
            <ac:spMk id="83" creationId="{59349C6A-F2CC-654B-6EE8-3E946E0E62AD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84" creationId="{6BBF9394-2F32-EA45-C344-E20AD7F1AE85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85" creationId="{4C74D3B3-A7C5-26D4-7D13-398587BB925F}"/>
          </ac:spMkLst>
        </pc:spChg>
      </pc:sldChg>
      <pc:sldChg chg="addSp delSp modSp mod">
        <pc:chgData name="karandeep kaur" userId="63344fc36a8a8d8d" providerId="LiveId" clId="{0F2DC0A6-DFFE-4C2E-BBFC-2D3274F8A42D}" dt="2026-04-30T16:17:35.232" v="985" actId="1076"/>
        <pc:sldMkLst>
          <pc:docMk/>
          <pc:sldMk cId="1621481312" sldId="282"/>
        </pc:sldMkLst>
        <pc:spChg chg="mod">
          <ac:chgData name="karandeep kaur" userId="63344fc36a8a8d8d" providerId="LiveId" clId="{0F2DC0A6-DFFE-4C2E-BBFC-2D3274F8A42D}" dt="2026-04-30T13:46:48.599" v="219" actId="14100"/>
          <ac:spMkLst>
            <pc:docMk/>
            <pc:sldMk cId="1621481312" sldId="282"/>
            <ac:spMk id="15" creationId="{E6B9C04E-CC6C-346F-6FD9-BD81BA9814EB}"/>
          </ac:spMkLst>
        </pc:spChg>
        <pc:spChg chg="mod">
          <ac:chgData name="karandeep kaur" userId="63344fc36a8a8d8d" providerId="LiveId" clId="{0F2DC0A6-DFFE-4C2E-BBFC-2D3274F8A42D}" dt="2026-04-30T13:36:20.151" v="110" actId="14100"/>
          <ac:spMkLst>
            <pc:docMk/>
            <pc:sldMk cId="1621481312" sldId="282"/>
            <ac:spMk id="16" creationId="{A9EC5047-D6BB-EBBC-BB09-16277068C9A4}"/>
          </ac:spMkLst>
        </pc:spChg>
        <pc:spChg chg="mod">
          <ac:chgData name="karandeep kaur" userId="63344fc36a8a8d8d" providerId="LiveId" clId="{0F2DC0A6-DFFE-4C2E-BBFC-2D3274F8A42D}" dt="2026-04-30T13:36:27.008" v="112" actId="14100"/>
          <ac:spMkLst>
            <pc:docMk/>
            <pc:sldMk cId="1621481312" sldId="282"/>
            <ac:spMk id="17" creationId="{24FA985B-C5B6-66D0-03FE-848B8783B48C}"/>
          </ac:spMkLst>
        </pc:spChg>
        <pc:spChg chg="mod">
          <ac:chgData name="karandeep kaur" userId="63344fc36a8a8d8d" providerId="LiveId" clId="{0F2DC0A6-DFFE-4C2E-BBFC-2D3274F8A42D}" dt="2026-04-30T13:48:49.173" v="239" actId="313"/>
          <ac:spMkLst>
            <pc:docMk/>
            <pc:sldMk cId="1621481312" sldId="282"/>
            <ac:spMk id="18" creationId="{7A9D5718-9219-A2C4-7D13-C0F47D1EB3D0}"/>
          </ac:spMkLst>
        </pc:spChg>
        <pc:spChg chg="mod">
          <ac:chgData name="karandeep kaur" userId="63344fc36a8a8d8d" providerId="LiveId" clId="{0F2DC0A6-DFFE-4C2E-BBFC-2D3274F8A42D}" dt="2026-04-30T13:48:31.055" v="237" actId="1076"/>
          <ac:spMkLst>
            <pc:docMk/>
            <pc:sldMk cId="1621481312" sldId="282"/>
            <ac:spMk id="19" creationId="{F8130F60-D5B2-F7C3-5AD1-71854C790D06}"/>
          </ac:spMkLst>
        </pc:spChg>
        <pc:spChg chg="mod">
          <ac:chgData name="karandeep kaur" userId="63344fc36a8a8d8d" providerId="LiveId" clId="{0F2DC0A6-DFFE-4C2E-BBFC-2D3274F8A42D}" dt="2026-04-30T13:36:45.307" v="116" actId="14100"/>
          <ac:spMkLst>
            <pc:docMk/>
            <pc:sldMk cId="1621481312" sldId="282"/>
            <ac:spMk id="20" creationId="{C16E92AC-3838-7CEB-5E56-F05A30F7F736}"/>
          </ac:spMkLst>
        </pc:spChg>
        <pc:spChg chg="del mod">
          <ac:chgData name="karandeep kaur" userId="63344fc36a8a8d8d" providerId="LiveId" clId="{0F2DC0A6-DFFE-4C2E-BBFC-2D3274F8A42D}" dt="2026-04-30T13:28:57.891" v="33" actId="478"/>
          <ac:spMkLst>
            <pc:docMk/>
            <pc:sldMk cId="1621481312" sldId="282"/>
            <ac:spMk id="21" creationId="{7659AE7C-84BC-A5A7-C162-E0EED7FEC823}"/>
          </ac:spMkLst>
        </pc:spChg>
        <pc:spChg chg="mod">
          <ac:chgData name="karandeep kaur" userId="63344fc36a8a8d8d" providerId="LiveId" clId="{0F2DC0A6-DFFE-4C2E-BBFC-2D3274F8A42D}" dt="2026-04-30T13:44:00.013" v="214" actId="14100"/>
          <ac:spMkLst>
            <pc:docMk/>
            <pc:sldMk cId="1621481312" sldId="282"/>
            <ac:spMk id="22" creationId="{42DAD8E6-9C1E-5DB6-4B63-C6FBF23C01EF}"/>
          </ac:spMkLst>
        </pc:spChg>
        <pc:spChg chg="mod">
          <ac:chgData name="karandeep kaur" userId="63344fc36a8a8d8d" providerId="LiveId" clId="{0F2DC0A6-DFFE-4C2E-BBFC-2D3274F8A42D}" dt="2026-04-30T16:17:35.232" v="985" actId="1076"/>
          <ac:spMkLst>
            <pc:docMk/>
            <pc:sldMk cId="1621481312" sldId="282"/>
            <ac:spMk id="23" creationId="{FC1719D0-6646-94A7-6308-356F2AC8E0A2}"/>
          </ac:spMkLst>
        </pc:spChg>
        <pc:spChg chg="mod">
          <ac:chgData name="karandeep kaur" userId="63344fc36a8a8d8d" providerId="LiveId" clId="{0F2DC0A6-DFFE-4C2E-BBFC-2D3274F8A42D}" dt="2026-04-30T13:38:29.449" v="203" actId="12"/>
          <ac:spMkLst>
            <pc:docMk/>
            <pc:sldMk cId="1621481312" sldId="282"/>
            <ac:spMk id="24" creationId="{7A6BE86A-0968-D123-6F7A-F4702BB9AD3C}"/>
          </ac:spMkLst>
        </pc:spChg>
        <pc:spChg chg="mod">
          <ac:chgData name="karandeep kaur" userId="63344fc36a8a8d8d" providerId="LiveId" clId="{0F2DC0A6-DFFE-4C2E-BBFC-2D3274F8A42D}" dt="2026-04-30T13:40:31.884" v="210" actId="1076"/>
          <ac:spMkLst>
            <pc:docMk/>
            <pc:sldMk cId="1621481312" sldId="282"/>
            <ac:spMk id="25" creationId="{49016D55-55CC-FBA2-F741-25313DBA4D30}"/>
          </ac:spMkLst>
        </pc:spChg>
        <pc:spChg chg="mod">
          <ac:chgData name="karandeep kaur" userId="63344fc36a8a8d8d" providerId="LiveId" clId="{0F2DC0A6-DFFE-4C2E-BBFC-2D3274F8A42D}" dt="2026-04-30T13:37:20.663" v="123" actId="14100"/>
          <ac:spMkLst>
            <pc:docMk/>
            <pc:sldMk cId="1621481312" sldId="282"/>
            <ac:spMk id="26" creationId="{798F147B-15B1-0F79-5084-B531571B4D29}"/>
          </ac:spMkLst>
        </pc:spChg>
        <pc:spChg chg="mod">
          <ac:chgData name="karandeep kaur" userId="63344fc36a8a8d8d" providerId="LiveId" clId="{0F2DC0A6-DFFE-4C2E-BBFC-2D3274F8A42D}" dt="2026-04-30T13:40:17.948" v="206" actId="20577"/>
          <ac:spMkLst>
            <pc:docMk/>
            <pc:sldMk cId="1621481312" sldId="282"/>
            <ac:spMk id="27" creationId="{A9AFB9BC-AFFE-1791-93C6-E0DCAE72C04A}"/>
          </ac:spMkLst>
        </pc:spChg>
        <pc:spChg chg="mod">
          <ac:chgData name="karandeep kaur" userId="63344fc36a8a8d8d" providerId="LiveId" clId="{0F2DC0A6-DFFE-4C2E-BBFC-2D3274F8A42D}" dt="2026-04-30T13:46:48.599" v="219" actId="14100"/>
          <ac:spMkLst>
            <pc:docMk/>
            <pc:sldMk cId="1621481312" sldId="282"/>
            <ac:spMk id="28" creationId="{CD352878-E603-B21F-EEB7-93354BADC1A5}"/>
          </ac:spMkLst>
        </pc:spChg>
        <pc:spChg chg="mod">
          <ac:chgData name="karandeep kaur" userId="63344fc36a8a8d8d" providerId="LiveId" clId="{0F2DC0A6-DFFE-4C2E-BBFC-2D3274F8A42D}" dt="2026-04-30T13:48:58.326" v="241" actId="313"/>
          <ac:spMkLst>
            <pc:docMk/>
            <pc:sldMk cId="1621481312" sldId="282"/>
            <ac:spMk id="29" creationId="{837D76F8-BFB3-D976-D6EC-23A115EA4226}"/>
          </ac:spMkLst>
        </pc:spChg>
        <pc:spChg chg="mod">
          <ac:chgData name="karandeep kaur" userId="63344fc36a8a8d8d" providerId="LiveId" clId="{0F2DC0A6-DFFE-4C2E-BBFC-2D3274F8A42D}" dt="2026-04-30T13:46:48.599" v="219" actId="14100"/>
          <ac:spMkLst>
            <pc:docMk/>
            <pc:sldMk cId="1621481312" sldId="282"/>
            <ac:spMk id="30" creationId="{D3C9BEB9-5B4A-5392-4E1F-35EAAEF9B469}"/>
          </ac:spMkLst>
        </pc:spChg>
        <pc:spChg chg="mod">
          <ac:chgData name="karandeep kaur" userId="63344fc36a8a8d8d" providerId="LiveId" clId="{0F2DC0A6-DFFE-4C2E-BBFC-2D3274F8A42D}" dt="2026-04-30T13:46:48.599" v="219" actId="14100"/>
          <ac:spMkLst>
            <pc:docMk/>
            <pc:sldMk cId="1621481312" sldId="282"/>
            <ac:spMk id="31" creationId="{97689774-0334-3309-0F8B-631B5B634D22}"/>
          </ac:spMkLst>
        </pc:spChg>
        <pc:spChg chg="mod">
          <ac:chgData name="karandeep kaur" userId="63344fc36a8a8d8d" providerId="LiveId" clId="{0F2DC0A6-DFFE-4C2E-BBFC-2D3274F8A42D}" dt="2026-04-30T13:47:42.969" v="235" actId="1076"/>
          <ac:spMkLst>
            <pc:docMk/>
            <pc:sldMk cId="1621481312" sldId="282"/>
            <ac:spMk id="32" creationId="{91A285E3-8AE4-2D3E-5805-68FB8A410737}"/>
          </ac:spMkLst>
        </pc:spChg>
        <pc:spChg chg="add del mod">
          <ac:chgData name="karandeep kaur" userId="63344fc36a8a8d8d" providerId="LiveId" clId="{0F2DC0A6-DFFE-4C2E-BBFC-2D3274F8A42D}" dt="2026-04-30T13:47:11.784" v="228" actId="14100"/>
          <ac:spMkLst>
            <pc:docMk/>
            <pc:sldMk cId="1621481312" sldId="282"/>
            <ac:spMk id="33" creationId="{2EDD53D3-A361-0182-952F-59A2AD71F2F5}"/>
          </ac:spMkLst>
        </pc:spChg>
        <pc:spChg chg="del mod">
          <ac:chgData name="karandeep kaur" userId="63344fc36a8a8d8d" providerId="LiveId" clId="{0F2DC0A6-DFFE-4C2E-BBFC-2D3274F8A42D}" dt="2026-04-30T13:29:00.813" v="34" actId="478"/>
          <ac:spMkLst>
            <pc:docMk/>
            <pc:sldMk cId="1621481312" sldId="282"/>
            <ac:spMk id="34" creationId="{1EE899A7-1A1D-D3C8-C239-CBBC6D72C26D}"/>
          </ac:spMkLst>
        </pc:spChg>
        <pc:spChg chg="mod">
          <ac:chgData name="karandeep kaur" userId="63344fc36a8a8d8d" providerId="LiveId" clId="{0F2DC0A6-DFFE-4C2E-BBFC-2D3274F8A42D}" dt="2026-04-30T13:38:08.738" v="197" actId="14100"/>
          <ac:spMkLst>
            <pc:docMk/>
            <pc:sldMk cId="1621481312" sldId="282"/>
            <ac:spMk id="35" creationId="{D2983485-A13A-C249-C353-9613B99BC95F}"/>
          </ac:spMkLst>
        </pc:spChg>
        <pc:spChg chg="mod">
          <ac:chgData name="karandeep kaur" userId="63344fc36a8a8d8d" providerId="LiveId" clId="{0F2DC0A6-DFFE-4C2E-BBFC-2D3274F8A42D}" dt="2026-04-30T13:37:46.170" v="193" actId="1038"/>
          <ac:spMkLst>
            <pc:docMk/>
            <pc:sldMk cId="1621481312" sldId="282"/>
            <ac:spMk id="36" creationId="{0FB8A10D-EE17-A641-9BDF-244B317C1B21}"/>
          </ac:spMkLst>
        </pc:spChg>
        <pc:spChg chg="mod">
          <ac:chgData name="karandeep kaur" userId="63344fc36a8a8d8d" providerId="LiveId" clId="{0F2DC0A6-DFFE-4C2E-BBFC-2D3274F8A42D}" dt="2026-04-30T13:37:46.170" v="193" actId="1038"/>
          <ac:spMkLst>
            <pc:docMk/>
            <pc:sldMk cId="1621481312" sldId="282"/>
            <ac:spMk id="37" creationId="{2A7A0C33-DDF9-C5E0-1B77-9F5F946553C2}"/>
          </ac:spMkLst>
        </pc:spChg>
        <pc:spChg chg="mod">
          <ac:chgData name="karandeep kaur" userId="63344fc36a8a8d8d" providerId="LiveId" clId="{0F2DC0A6-DFFE-4C2E-BBFC-2D3274F8A42D}" dt="2026-04-30T13:37:46.170" v="193" actId="1038"/>
          <ac:spMkLst>
            <pc:docMk/>
            <pc:sldMk cId="1621481312" sldId="282"/>
            <ac:spMk id="38" creationId="{568DE637-BB3E-3C72-ECC4-B71E8C867118}"/>
          </ac:spMkLst>
        </pc:spChg>
        <pc:spChg chg="mod">
          <ac:chgData name="karandeep kaur" userId="63344fc36a8a8d8d" providerId="LiveId" clId="{0F2DC0A6-DFFE-4C2E-BBFC-2D3274F8A42D}" dt="2026-04-30T13:37:46.170" v="193" actId="1038"/>
          <ac:spMkLst>
            <pc:docMk/>
            <pc:sldMk cId="1621481312" sldId="282"/>
            <ac:spMk id="39" creationId="{CDC697C9-619C-131E-EEB3-2053283633AC}"/>
          </ac:spMkLst>
        </pc:spChg>
        <pc:spChg chg="mod">
          <ac:chgData name="karandeep kaur" userId="63344fc36a8a8d8d" providerId="LiveId" clId="{0F2DC0A6-DFFE-4C2E-BBFC-2D3274F8A42D}" dt="2026-04-30T13:37:46.170" v="193" actId="1038"/>
          <ac:spMkLst>
            <pc:docMk/>
            <pc:sldMk cId="1621481312" sldId="282"/>
            <ac:spMk id="40" creationId="{FB774347-E7D2-B838-D598-B920731D7F09}"/>
          </ac:spMkLst>
        </pc:spChg>
      </pc:sldChg>
      <pc:sldChg chg="delSp modSp mod">
        <pc:chgData name="karandeep kaur" userId="63344fc36a8a8d8d" providerId="LiveId" clId="{0F2DC0A6-DFFE-4C2E-BBFC-2D3274F8A42D}" dt="2026-04-30T16:40:48.599" v="2069" actId="255"/>
        <pc:sldMkLst>
          <pc:docMk/>
          <pc:sldMk cId="2501408982" sldId="283"/>
        </pc:sldMkLst>
        <pc:spChg chg="mod">
          <ac:chgData name="karandeep kaur" userId="63344fc36a8a8d8d" providerId="LiveId" clId="{0F2DC0A6-DFFE-4C2E-BBFC-2D3274F8A42D}" dt="2026-04-30T16:40:48.599" v="2069" actId="255"/>
          <ac:spMkLst>
            <pc:docMk/>
            <pc:sldMk cId="2501408982" sldId="283"/>
            <ac:spMk id="2" creationId="{D50067C9-7365-FD34-A072-71EAB1EAEF0A}"/>
          </ac:spMkLst>
        </pc:spChg>
        <pc:spChg chg="del">
          <ac:chgData name="karandeep kaur" userId="63344fc36a8a8d8d" providerId="LiveId" clId="{0F2DC0A6-DFFE-4C2E-BBFC-2D3274F8A42D}" dt="2026-04-30T13:34:23.969" v="91" actId="478"/>
          <ac:spMkLst>
            <pc:docMk/>
            <pc:sldMk cId="2501408982" sldId="283"/>
            <ac:spMk id="13" creationId="{1DEEA36D-332A-0C71-BECE-689817C3CF4C}"/>
          </ac:spMkLst>
        </pc:spChg>
        <pc:spChg chg="mod">
          <ac:chgData name="karandeep kaur" userId="63344fc36a8a8d8d" providerId="LiveId" clId="{0F2DC0A6-DFFE-4C2E-BBFC-2D3274F8A42D}" dt="2026-04-30T13:51:08.961" v="253" actId="14100"/>
          <ac:spMkLst>
            <pc:docMk/>
            <pc:sldMk cId="2501408982" sldId="283"/>
            <ac:spMk id="14" creationId="{CA55092A-9715-CC1D-23BD-86C8F83BBAB0}"/>
          </ac:spMkLst>
        </pc:spChg>
        <pc:spChg chg="mod">
          <ac:chgData name="karandeep kaur" userId="63344fc36a8a8d8d" providerId="LiveId" clId="{0F2DC0A6-DFFE-4C2E-BBFC-2D3274F8A42D}" dt="2026-04-30T16:18:37.766" v="995" actId="1076"/>
          <ac:spMkLst>
            <pc:docMk/>
            <pc:sldMk cId="2501408982" sldId="283"/>
            <ac:spMk id="15" creationId="{F63C6D37-6558-70DC-733A-4428402E0275}"/>
          </ac:spMkLst>
        </pc:spChg>
        <pc:spChg chg="del">
          <ac:chgData name="karandeep kaur" userId="63344fc36a8a8d8d" providerId="LiveId" clId="{0F2DC0A6-DFFE-4C2E-BBFC-2D3274F8A42D}" dt="2026-04-30T13:34:36.642" v="92" actId="478"/>
          <ac:spMkLst>
            <pc:docMk/>
            <pc:sldMk cId="2501408982" sldId="283"/>
            <ac:spMk id="16" creationId="{F993D58E-C553-119A-A824-6DF92634E2B6}"/>
          </ac:spMkLst>
        </pc:spChg>
        <pc:spChg chg="mod">
          <ac:chgData name="karandeep kaur" userId="63344fc36a8a8d8d" providerId="LiveId" clId="{0F2DC0A6-DFFE-4C2E-BBFC-2D3274F8A42D}" dt="2026-04-30T13:52:40.944" v="267" actId="14100"/>
          <ac:spMkLst>
            <pc:docMk/>
            <pc:sldMk cId="2501408982" sldId="283"/>
            <ac:spMk id="17" creationId="{85499521-489C-8FEE-DE39-8A9B62222415}"/>
          </ac:spMkLst>
        </pc:spChg>
        <pc:spChg chg="mod">
          <ac:chgData name="karandeep kaur" userId="63344fc36a8a8d8d" providerId="LiveId" clId="{0F2DC0A6-DFFE-4C2E-BBFC-2D3274F8A42D}" dt="2026-04-30T13:52:40.944" v="267" actId="14100"/>
          <ac:spMkLst>
            <pc:docMk/>
            <pc:sldMk cId="2501408982" sldId="283"/>
            <ac:spMk id="18" creationId="{03B8C74F-BD0D-799E-A979-1063B4903C1A}"/>
          </ac:spMkLst>
        </pc:spChg>
        <pc:spChg chg="del">
          <ac:chgData name="karandeep kaur" userId="63344fc36a8a8d8d" providerId="LiveId" clId="{0F2DC0A6-DFFE-4C2E-BBFC-2D3274F8A42D}" dt="2026-04-30T13:34:38.824" v="93" actId="478"/>
          <ac:spMkLst>
            <pc:docMk/>
            <pc:sldMk cId="2501408982" sldId="283"/>
            <ac:spMk id="19" creationId="{B0D2CAE6-43B0-A8AF-A1EA-987C3D9A2573}"/>
          </ac:spMkLst>
        </pc:spChg>
        <pc:spChg chg="mod">
          <ac:chgData name="karandeep kaur" userId="63344fc36a8a8d8d" providerId="LiveId" clId="{0F2DC0A6-DFFE-4C2E-BBFC-2D3274F8A42D}" dt="2026-04-30T13:52:40.944" v="267" actId="14100"/>
          <ac:spMkLst>
            <pc:docMk/>
            <pc:sldMk cId="2501408982" sldId="283"/>
            <ac:spMk id="20" creationId="{32435E72-640F-BC7A-4AE4-48DC4654D054}"/>
          </ac:spMkLst>
        </pc:spChg>
        <pc:spChg chg="mod">
          <ac:chgData name="karandeep kaur" userId="63344fc36a8a8d8d" providerId="LiveId" clId="{0F2DC0A6-DFFE-4C2E-BBFC-2D3274F8A42D}" dt="2026-04-30T16:18:23.346" v="989" actId="207"/>
          <ac:spMkLst>
            <pc:docMk/>
            <pc:sldMk cId="2501408982" sldId="283"/>
            <ac:spMk id="21" creationId="{79B947EC-5A51-BEF4-04FE-9C9C71C07AE9}"/>
          </ac:spMkLst>
        </pc:spChg>
        <pc:spChg chg="del">
          <ac:chgData name="karandeep kaur" userId="63344fc36a8a8d8d" providerId="LiveId" clId="{0F2DC0A6-DFFE-4C2E-BBFC-2D3274F8A42D}" dt="2026-04-30T13:34:41.316" v="94" actId="478"/>
          <ac:spMkLst>
            <pc:docMk/>
            <pc:sldMk cId="2501408982" sldId="283"/>
            <ac:spMk id="22" creationId="{9D9B39B8-3DC6-4AD9-10A0-6EBA5ECE54C3}"/>
          </ac:spMkLst>
        </pc:spChg>
        <pc:spChg chg="mod">
          <ac:chgData name="karandeep kaur" userId="63344fc36a8a8d8d" providerId="LiveId" clId="{0F2DC0A6-DFFE-4C2E-BBFC-2D3274F8A42D}" dt="2026-04-30T16:37:52.054" v="1999" actId="1038"/>
          <ac:spMkLst>
            <pc:docMk/>
            <pc:sldMk cId="2501408982" sldId="283"/>
            <ac:spMk id="23" creationId="{8CABF471-8EFE-2E05-A936-21330AB82952}"/>
          </ac:spMkLst>
        </pc:spChg>
        <pc:spChg chg="mod">
          <ac:chgData name="karandeep kaur" userId="63344fc36a8a8d8d" providerId="LiveId" clId="{0F2DC0A6-DFFE-4C2E-BBFC-2D3274F8A42D}" dt="2026-04-30T16:37:52.054" v="1999" actId="1038"/>
          <ac:spMkLst>
            <pc:docMk/>
            <pc:sldMk cId="2501408982" sldId="283"/>
            <ac:spMk id="24" creationId="{5F221B17-E28C-4384-A2CF-CD823581AB15}"/>
          </ac:spMkLst>
        </pc:spChg>
        <pc:spChg chg="del">
          <ac:chgData name="karandeep kaur" userId="63344fc36a8a8d8d" providerId="LiveId" clId="{0F2DC0A6-DFFE-4C2E-BBFC-2D3274F8A42D}" dt="2026-04-30T13:34:43.385" v="95" actId="478"/>
          <ac:spMkLst>
            <pc:docMk/>
            <pc:sldMk cId="2501408982" sldId="283"/>
            <ac:spMk id="25" creationId="{83F0E0B4-FDD5-9926-D67F-327AFF57E32E}"/>
          </ac:spMkLst>
        </pc:spChg>
        <pc:spChg chg="mod">
          <ac:chgData name="karandeep kaur" userId="63344fc36a8a8d8d" providerId="LiveId" clId="{0F2DC0A6-DFFE-4C2E-BBFC-2D3274F8A42D}" dt="2026-04-30T16:38:25.579" v="2050" actId="1037"/>
          <ac:spMkLst>
            <pc:docMk/>
            <pc:sldMk cId="2501408982" sldId="283"/>
            <ac:spMk id="26" creationId="{888833B0-CD4A-D648-167A-6CEFB6D47FD9}"/>
          </ac:spMkLst>
        </pc:spChg>
        <pc:spChg chg="mod">
          <ac:chgData name="karandeep kaur" userId="63344fc36a8a8d8d" providerId="LiveId" clId="{0F2DC0A6-DFFE-4C2E-BBFC-2D3274F8A42D}" dt="2026-04-30T16:38:25.579" v="2050" actId="1037"/>
          <ac:spMkLst>
            <pc:docMk/>
            <pc:sldMk cId="2501408982" sldId="283"/>
            <ac:spMk id="27" creationId="{42C76CAC-1542-5D2B-52E7-6EB70DA8F9C5}"/>
          </ac:spMkLst>
        </pc:spChg>
        <pc:spChg chg="del">
          <ac:chgData name="karandeep kaur" userId="63344fc36a8a8d8d" providerId="LiveId" clId="{0F2DC0A6-DFFE-4C2E-BBFC-2D3274F8A42D}" dt="2026-04-30T13:34:47.302" v="96" actId="478"/>
          <ac:spMkLst>
            <pc:docMk/>
            <pc:sldMk cId="2501408982" sldId="283"/>
            <ac:spMk id="28" creationId="{FBD2B77F-A299-551F-8A3B-3F0BE52E5303}"/>
          </ac:spMkLst>
        </pc:spChg>
        <pc:spChg chg="mod">
          <ac:chgData name="karandeep kaur" userId="63344fc36a8a8d8d" providerId="LiveId" clId="{0F2DC0A6-DFFE-4C2E-BBFC-2D3274F8A42D}" dt="2026-04-30T16:38:19.034" v="2037" actId="1037"/>
          <ac:spMkLst>
            <pc:docMk/>
            <pc:sldMk cId="2501408982" sldId="283"/>
            <ac:spMk id="29" creationId="{92BC5EF2-7C7C-2E91-393B-4F56656F4B9E}"/>
          </ac:spMkLst>
        </pc:spChg>
        <pc:spChg chg="mod">
          <ac:chgData name="karandeep kaur" userId="63344fc36a8a8d8d" providerId="LiveId" clId="{0F2DC0A6-DFFE-4C2E-BBFC-2D3274F8A42D}" dt="2026-04-30T16:38:19.034" v="2037" actId="1037"/>
          <ac:spMkLst>
            <pc:docMk/>
            <pc:sldMk cId="2501408982" sldId="283"/>
            <ac:spMk id="30" creationId="{CC095ED1-CED4-3A03-C821-EE5CD978900E}"/>
          </ac:spMkLst>
        </pc:spChg>
        <pc:spChg chg="del">
          <ac:chgData name="karandeep kaur" userId="63344fc36a8a8d8d" providerId="LiveId" clId="{0F2DC0A6-DFFE-4C2E-BBFC-2D3274F8A42D}" dt="2026-04-30T13:34:56.089" v="97" actId="478"/>
          <ac:spMkLst>
            <pc:docMk/>
            <pc:sldMk cId="2501408982" sldId="283"/>
            <ac:spMk id="31" creationId="{4A42E6A6-B160-72C3-B1EE-679E237A12E4}"/>
          </ac:spMkLst>
        </pc:spChg>
        <pc:spChg chg="mod">
          <ac:chgData name="karandeep kaur" userId="63344fc36a8a8d8d" providerId="LiveId" clId="{0F2DC0A6-DFFE-4C2E-BBFC-2D3274F8A42D}" dt="2026-04-30T16:19:48.405" v="1006" actId="14100"/>
          <ac:spMkLst>
            <pc:docMk/>
            <pc:sldMk cId="2501408982" sldId="283"/>
            <ac:spMk id="32" creationId="{ECB4D5AB-25E1-4B5F-381C-655FE8FBAEB6}"/>
          </ac:spMkLst>
        </pc:spChg>
        <pc:spChg chg="mod">
          <ac:chgData name="karandeep kaur" userId="63344fc36a8a8d8d" providerId="LiveId" clId="{0F2DC0A6-DFFE-4C2E-BBFC-2D3274F8A42D}" dt="2026-04-30T16:21:22.230" v="1036" actId="14100"/>
          <ac:spMkLst>
            <pc:docMk/>
            <pc:sldMk cId="2501408982" sldId="283"/>
            <ac:spMk id="33" creationId="{98CA73E0-704B-C48B-23C6-83F3C7834C81}"/>
          </ac:spMkLst>
        </pc:spChg>
        <pc:spChg chg="mod">
          <ac:chgData name="karandeep kaur" userId="63344fc36a8a8d8d" providerId="LiveId" clId="{0F2DC0A6-DFFE-4C2E-BBFC-2D3274F8A42D}" dt="2026-04-30T16:23:05.005" v="1046" actId="1076"/>
          <ac:spMkLst>
            <pc:docMk/>
            <pc:sldMk cId="2501408982" sldId="283"/>
            <ac:spMk id="34" creationId="{F84EDFD0-6E92-D2E0-D153-E2B6F7F928DF}"/>
          </ac:spMkLst>
        </pc:spChg>
        <pc:spChg chg="mod">
          <ac:chgData name="karandeep kaur" userId="63344fc36a8a8d8d" providerId="LiveId" clId="{0F2DC0A6-DFFE-4C2E-BBFC-2D3274F8A42D}" dt="2026-04-30T16:23:21.934" v="1047" actId="1076"/>
          <ac:spMkLst>
            <pc:docMk/>
            <pc:sldMk cId="2501408982" sldId="283"/>
            <ac:spMk id="35" creationId="{5E62C934-7D1D-6271-809D-6E09834FB2E2}"/>
          </ac:spMkLst>
        </pc:spChg>
        <pc:spChg chg="mod">
          <ac:chgData name="karandeep kaur" userId="63344fc36a8a8d8d" providerId="LiveId" clId="{0F2DC0A6-DFFE-4C2E-BBFC-2D3274F8A42D}" dt="2026-04-30T16:23:34.419" v="1049" actId="1076"/>
          <ac:spMkLst>
            <pc:docMk/>
            <pc:sldMk cId="2501408982" sldId="283"/>
            <ac:spMk id="36" creationId="{EEE4B19B-F718-6488-3A37-F33C7871108E}"/>
          </ac:spMkLst>
        </pc:spChg>
        <pc:spChg chg="del">
          <ac:chgData name="karandeep kaur" userId="63344fc36a8a8d8d" providerId="LiveId" clId="{0F2DC0A6-DFFE-4C2E-BBFC-2D3274F8A42D}" dt="2026-04-30T13:34:59.349" v="98" actId="478"/>
          <ac:spMkLst>
            <pc:docMk/>
            <pc:sldMk cId="2501408982" sldId="283"/>
            <ac:spMk id="37" creationId="{78101A3D-09EE-91D2-5425-082EE276DCB0}"/>
          </ac:spMkLst>
        </pc:spChg>
        <pc:spChg chg="mod">
          <ac:chgData name="karandeep kaur" userId="63344fc36a8a8d8d" providerId="LiveId" clId="{0F2DC0A6-DFFE-4C2E-BBFC-2D3274F8A42D}" dt="2026-04-30T16:35:12.890" v="1706" actId="1037"/>
          <ac:spMkLst>
            <pc:docMk/>
            <pc:sldMk cId="2501408982" sldId="283"/>
            <ac:spMk id="38" creationId="{3847F994-E50F-8E1A-A388-EFDBBA7E25A7}"/>
          </ac:spMkLst>
        </pc:spChg>
        <pc:spChg chg="mod">
          <ac:chgData name="karandeep kaur" userId="63344fc36a8a8d8d" providerId="LiveId" clId="{0F2DC0A6-DFFE-4C2E-BBFC-2D3274F8A42D}" dt="2026-04-30T16:35:12.890" v="1706" actId="1037"/>
          <ac:spMkLst>
            <pc:docMk/>
            <pc:sldMk cId="2501408982" sldId="283"/>
            <ac:spMk id="39" creationId="{AAD3CE91-7DE7-C117-AC56-33C6E6DECF32}"/>
          </ac:spMkLst>
        </pc:spChg>
        <pc:spChg chg="mod">
          <ac:chgData name="karandeep kaur" userId="63344fc36a8a8d8d" providerId="LiveId" clId="{0F2DC0A6-DFFE-4C2E-BBFC-2D3274F8A42D}" dt="2026-04-30T16:35:12.890" v="1706" actId="1037"/>
          <ac:spMkLst>
            <pc:docMk/>
            <pc:sldMk cId="2501408982" sldId="283"/>
            <ac:spMk id="40" creationId="{2F424415-D7D6-065C-54DA-DA1CE7CE1973}"/>
          </ac:spMkLst>
        </pc:spChg>
        <pc:spChg chg="mod">
          <ac:chgData name="karandeep kaur" userId="63344fc36a8a8d8d" providerId="LiveId" clId="{0F2DC0A6-DFFE-4C2E-BBFC-2D3274F8A42D}" dt="2026-04-30T16:35:12.890" v="1706" actId="1037"/>
          <ac:spMkLst>
            <pc:docMk/>
            <pc:sldMk cId="2501408982" sldId="283"/>
            <ac:spMk id="41" creationId="{D9897E46-F422-8920-A066-02E17CF18FFE}"/>
          </ac:spMkLst>
        </pc:spChg>
        <pc:spChg chg="mod">
          <ac:chgData name="karandeep kaur" userId="63344fc36a8a8d8d" providerId="LiveId" clId="{0F2DC0A6-DFFE-4C2E-BBFC-2D3274F8A42D}" dt="2026-04-30T16:35:28.554" v="1738" actId="1037"/>
          <ac:spMkLst>
            <pc:docMk/>
            <pc:sldMk cId="2501408982" sldId="283"/>
            <ac:spMk id="42" creationId="{B49DF444-5AB1-4380-9678-6FD89F27A783}"/>
          </ac:spMkLst>
        </pc:spChg>
        <pc:spChg chg="del">
          <ac:chgData name="karandeep kaur" userId="63344fc36a8a8d8d" providerId="LiveId" clId="{0F2DC0A6-DFFE-4C2E-BBFC-2D3274F8A42D}" dt="2026-04-30T13:35:01.477" v="99" actId="478"/>
          <ac:spMkLst>
            <pc:docMk/>
            <pc:sldMk cId="2501408982" sldId="283"/>
            <ac:spMk id="43" creationId="{EA29F87E-42F0-488D-051D-8088D6A44A58}"/>
          </ac:spMkLst>
        </pc:spChg>
        <pc:spChg chg="mod">
          <ac:chgData name="karandeep kaur" userId="63344fc36a8a8d8d" providerId="LiveId" clId="{0F2DC0A6-DFFE-4C2E-BBFC-2D3274F8A42D}" dt="2026-04-30T16:35:47.819" v="1758" actId="1037"/>
          <ac:spMkLst>
            <pc:docMk/>
            <pc:sldMk cId="2501408982" sldId="283"/>
            <ac:spMk id="44" creationId="{1B4E00C5-E4BB-9FB4-0A28-A7AF28D89E89}"/>
          </ac:spMkLst>
        </pc:spChg>
        <pc:spChg chg="mod">
          <ac:chgData name="karandeep kaur" userId="63344fc36a8a8d8d" providerId="LiveId" clId="{0F2DC0A6-DFFE-4C2E-BBFC-2D3274F8A42D}" dt="2026-04-30T16:35:47.819" v="1758" actId="1037"/>
          <ac:spMkLst>
            <pc:docMk/>
            <pc:sldMk cId="2501408982" sldId="283"/>
            <ac:spMk id="45" creationId="{35D97396-B2CC-1FA1-B3CC-DD3920246ED4}"/>
          </ac:spMkLst>
        </pc:spChg>
        <pc:spChg chg="mod">
          <ac:chgData name="karandeep kaur" userId="63344fc36a8a8d8d" providerId="LiveId" clId="{0F2DC0A6-DFFE-4C2E-BBFC-2D3274F8A42D}" dt="2026-04-30T16:35:47.819" v="1758" actId="1037"/>
          <ac:spMkLst>
            <pc:docMk/>
            <pc:sldMk cId="2501408982" sldId="283"/>
            <ac:spMk id="46" creationId="{9CF19387-B870-6639-BB6C-11F20E1113AF}"/>
          </ac:spMkLst>
        </pc:spChg>
        <pc:spChg chg="mod">
          <ac:chgData name="karandeep kaur" userId="63344fc36a8a8d8d" providerId="LiveId" clId="{0F2DC0A6-DFFE-4C2E-BBFC-2D3274F8A42D}" dt="2026-04-30T16:35:47.819" v="1758" actId="1037"/>
          <ac:spMkLst>
            <pc:docMk/>
            <pc:sldMk cId="2501408982" sldId="283"/>
            <ac:spMk id="47" creationId="{357C7F8A-056E-4395-D47D-DBC42F82DE56}"/>
          </ac:spMkLst>
        </pc:spChg>
        <pc:spChg chg="mod">
          <ac:chgData name="karandeep kaur" userId="63344fc36a8a8d8d" providerId="LiveId" clId="{0F2DC0A6-DFFE-4C2E-BBFC-2D3274F8A42D}" dt="2026-04-30T16:35:57.958" v="1778" actId="1037"/>
          <ac:spMkLst>
            <pc:docMk/>
            <pc:sldMk cId="2501408982" sldId="283"/>
            <ac:spMk id="48" creationId="{AF8D5020-9FA7-8157-6FC6-6E784EE41955}"/>
          </ac:spMkLst>
        </pc:spChg>
        <pc:spChg chg="del">
          <ac:chgData name="karandeep kaur" userId="63344fc36a8a8d8d" providerId="LiveId" clId="{0F2DC0A6-DFFE-4C2E-BBFC-2D3274F8A42D}" dt="2026-04-30T13:35:04.247" v="100" actId="478"/>
          <ac:spMkLst>
            <pc:docMk/>
            <pc:sldMk cId="2501408982" sldId="283"/>
            <ac:spMk id="49" creationId="{0CBE6453-AC4D-E8DD-4E33-5794D99F3CAC}"/>
          </ac:spMkLst>
        </pc:spChg>
        <pc:spChg chg="mod">
          <ac:chgData name="karandeep kaur" userId="63344fc36a8a8d8d" providerId="LiveId" clId="{0F2DC0A6-DFFE-4C2E-BBFC-2D3274F8A42D}" dt="2026-04-30T16:31:20.915" v="1448" actId="1038"/>
          <ac:spMkLst>
            <pc:docMk/>
            <pc:sldMk cId="2501408982" sldId="283"/>
            <ac:spMk id="50" creationId="{E4F946B1-295D-4C56-7FEB-4AF476C4F5C0}"/>
          </ac:spMkLst>
        </pc:spChg>
        <pc:spChg chg="mod">
          <ac:chgData name="karandeep kaur" userId="63344fc36a8a8d8d" providerId="LiveId" clId="{0F2DC0A6-DFFE-4C2E-BBFC-2D3274F8A42D}" dt="2026-04-30T16:31:38.928" v="1451" actId="14100"/>
          <ac:spMkLst>
            <pc:docMk/>
            <pc:sldMk cId="2501408982" sldId="283"/>
            <ac:spMk id="51" creationId="{810B63DD-9C3A-1E6B-164B-E0F75F43CEC9}"/>
          </ac:spMkLst>
        </pc:spChg>
        <pc:spChg chg="mod">
          <ac:chgData name="karandeep kaur" userId="63344fc36a8a8d8d" providerId="LiveId" clId="{0F2DC0A6-DFFE-4C2E-BBFC-2D3274F8A42D}" dt="2026-04-30T16:34:21.424" v="1643" actId="1035"/>
          <ac:spMkLst>
            <pc:docMk/>
            <pc:sldMk cId="2501408982" sldId="283"/>
            <ac:spMk id="52" creationId="{C592E5CF-618B-B224-7BC2-36E6A1D5D7AB}"/>
          </ac:spMkLst>
        </pc:spChg>
        <pc:spChg chg="mod">
          <ac:chgData name="karandeep kaur" userId="63344fc36a8a8d8d" providerId="LiveId" clId="{0F2DC0A6-DFFE-4C2E-BBFC-2D3274F8A42D}" dt="2026-04-30T16:34:26.896" v="1661" actId="1035"/>
          <ac:spMkLst>
            <pc:docMk/>
            <pc:sldMk cId="2501408982" sldId="283"/>
            <ac:spMk id="53" creationId="{5651654E-D9AE-EA16-E9BF-56C38A88207D}"/>
          </ac:spMkLst>
        </pc:spChg>
        <pc:spChg chg="mod">
          <ac:chgData name="karandeep kaur" userId="63344fc36a8a8d8d" providerId="LiveId" clId="{0F2DC0A6-DFFE-4C2E-BBFC-2D3274F8A42D}" dt="2026-04-30T16:35:03.575" v="1695" actId="1036"/>
          <ac:spMkLst>
            <pc:docMk/>
            <pc:sldMk cId="2501408982" sldId="283"/>
            <ac:spMk id="54" creationId="{EF60F2FE-EFE6-F179-1415-313201299C55}"/>
          </ac:spMkLst>
        </pc:spChg>
      </pc:sldChg>
      <pc:sldChg chg="addSp delSp modSp mod modClrScheme chgLayout">
        <pc:chgData name="karandeep kaur" userId="63344fc36a8a8d8d" providerId="LiveId" clId="{0F2DC0A6-DFFE-4C2E-BBFC-2D3274F8A42D}" dt="2026-04-30T16:51:10.081" v="2377" actId="20577"/>
        <pc:sldMkLst>
          <pc:docMk/>
          <pc:sldMk cId="430951789" sldId="284"/>
        </pc:sldMkLst>
        <pc:spChg chg="add del mod">
          <ac:chgData name="karandeep kaur" userId="63344fc36a8a8d8d" providerId="LiveId" clId="{0F2DC0A6-DFFE-4C2E-BBFC-2D3274F8A42D}" dt="2026-04-30T16:45:07.181" v="2206" actId="14100"/>
          <ac:spMkLst>
            <pc:docMk/>
            <pc:sldMk cId="430951789" sldId="284"/>
            <ac:spMk id="2" creationId="{38665BF0-8992-9736-CFF4-EA6A615B981F}"/>
          </ac:spMkLst>
        </pc:spChg>
        <pc:spChg chg="add del mod">
          <ac:chgData name="karandeep kaur" userId="63344fc36a8a8d8d" providerId="LiveId" clId="{0F2DC0A6-DFFE-4C2E-BBFC-2D3274F8A42D}" dt="2026-04-30T14:01:48.741" v="306" actId="478"/>
          <ac:spMkLst>
            <pc:docMk/>
            <pc:sldMk cId="430951789" sldId="284"/>
            <ac:spMk id="4" creationId="{F099B9FF-D113-202D-6EBD-02A696CCA41C}"/>
          </ac:spMkLst>
        </pc:spChg>
        <pc:spChg chg="add del mod ord">
          <ac:chgData name="karandeep kaur" userId="63344fc36a8a8d8d" providerId="LiveId" clId="{0F2DC0A6-DFFE-4C2E-BBFC-2D3274F8A42D}" dt="2026-04-30T14:03:16.686" v="322" actId="700"/>
          <ac:spMkLst>
            <pc:docMk/>
            <pc:sldMk cId="430951789" sldId="284"/>
            <ac:spMk id="8" creationId="{29BC2930-E1A9-9ECE-5751-51CFF51384B4}"/>
          </ac:spMkLst>
        </pc:spChg>
        <pc:spChg chg="add del mod">
          <ac:chgData name="karandeep kaur" userId="63344fc36a8a8d8d" providerId="LiveId" clId="{0F2DC0A6-DFFE-4C2E-BBFC-2D3274F8A42D}" dt="2026-04-30T14:03:55.003" v="327" actId="22"/>
          <ac:spMkLst>
            <pc:docMk/>
            <pc:sldMk cId="430951789" sldId="284"/>
            <ac:spMk id="10" creationId="{109D971C-3E21-3204-4FE4-617C0AC18453}"/>
          </ac:spMkLst>
        </pc:spChg>
        <pc:spChg chg="add del mod ord">
          <ac:chgData name="karandeep kaur" userId="63344fc36a8a8d8d" providerId="LiveId" clId="{0F2DC0A6-DFFE-4C2E-BBFC-2D3274F8A42D}" dt="2026-04-30T14:03:16.686" v="322" actId="700"/>
          <ac:spMkLst>
            <pc:docMk/>
            <pc:sldMk cId="430951789" sldId="284"/>
            <ac:spMk id="11" creationId="{7C3F3609-510F-27CB-1E6E-E306407ECE59}"/>
          </ac:spMkLst>
        </pc:spChg>
        <pc:spChg chg="add del mod">
          <ac:chgData name="karandeep kaur" userId="63344fc36a8a8d8d" providerId="LiveId" clId="{0F2DC0A6-DFFE-4C2E-BBFC-2D3274F8A42D}" dt="2026-04-30T14:03:16.686" v="322" actId="700"/>
          <ac:spMkLst>
            <pc:docMk/>
            <pc:sldMk cId="430951789" sldId="284"/>
            <ac:spMk id="12" creationId="{6BA6A80E-15D8-671B-6FA4-350781D807A2}"/>
          </ac:spMkLst>
        </pc:spChg>
        <pc:spChg chg="del">
          <ac:chgData name="karandeep kaur" userId="63344fc36a8a8d8d" providerId="LiveId" clId="{0F2DC0A6-DFFE-4C2E-BBFC-2D3274F8A42D}" dt="2026-04-30T13:32:03.429" v="70" actId="478"/>
          <ac:spMkLst>
            <pc:docMk/>
            <pc:sldMk cId="430951789" sldId="284"/>
            <ac:spMk id="13" creationId="{860A6C8A-0D26-3511-068C-6DF8BE0A8B6A}"/>
          </ac:spMkLst>
        </pc:spChg>
        <pc:spChg chg="del">
          <ac:chgData name="karandeep kaur" userId="63344fc36a8a8d8d" providerId="LiveId" clId="{0F2DC0A6-DFFE-4C2E-BBFC-2D3274F8A42D}" dt="2026-04-30T13:32:16.975" v="74" actId="478"/>
          <ac:spMkLst>
            <pc:docMk/>
            <pc:sldMk cId="430951789" sldId="284"/>
            <ac:spMk id="14" creationId="{856BD252-4946-A01B-2338-3200B14CDEEF}"/>
          </ac:spMkLst>
        </pc:spChg>
        <pc:spChg chg="add del mod">
          <ac:chgData name="karandeep kaur" userId="63344fc36a8a8d8d" providerId="LiveId" clId="{0F2DC0A6-DFFE-4C2E-BBFC-2D3274F8A42D}" dt="2026-04-30T16:47:48.763" v="2269" actId="1076"/>
          <ac:spMkLst>
            <pc:docMk/>
            <pc:sldMk cId="430951789" sldId="284"/>
            <ac:spMk id="15" creationId="{C83CC911-C224-8EA7-AED7-3FAE9664C6C2}"/>
          </ac:spMkLst>
        </pc:spChg>
        <pc:spChg chg="mod">
          <ac:chgData name="karandeep kaur" userId="63344fc36a8a8d8d" providerId="LiveId" clId="{0F2DC0A6-DFFE-4C2E-BBFC-2D3274F8A42D}" dt="2026-04-30T16:42:27.617" v="2127" actId="1035"/>
          <ac:spMkLst>
            <pc:docMk/>
            <pc:sldMk cId="430951789" sldId="284"/>
            <ac:spMk id="16" creationId="{8926FDA4-E78D-B306-389B-7A6D393461A8}"/>
          </ac:spMkLst>
        </pc:spChg>
        <pc:spChg chg="del">
          <ac:chgData name="karandeep kaur" userId="63344fc36a8a8d8d" providerId="LiveId" clId="{0F2DC0A6-DFFE-4C2E-BBFC-2D3274F8A42D}" dt="2026-04-30T13:32:42.149" v="86" actId="478"/>
          <ac:spMkLst>
            <pc:docMk/>
            <pc:sldMk cId="430951789" sldId="284"/>
            <ac:spMk id="17" creationId="{9870C524-9F76-DE74-7AB0-B2A1A4549337}"/>
          </ac:spMkLst>
        </pc:spChg>
        <pc:spChg chg="del">
          <ac:chgData name="karandeep kaur" userId="63344fc36a8a8d8d" providerId="LiveId" clId="{0F2DC0A6-DFFE-4C2E-BBFC-2D3274F8A42D}" dt="2026-04-30T13:32:43.792" v="87" actId="478"/>
          <ac:spMkLst>
            <pc:docMk/>
            <pc:sldMk cId="430951789" sldId="284"/>
            <ac:spMk id="18" creationId="{2EA2DADE-6163-72BB-8C4C-0C040BCAC973}"/>
          </ac:spMkLst>
        </pc:spChg>
        <pc:spChg chg="add del mod">
          <ac:chgData name="karandeep kaur" userId="63344fc36a8a8d8d" providerId="LiveId" clId="{0F2DC0A6-DFFE-4C2E-BBFC-2D3274F8A42D}" dt="2026-04-30T16:48:41.957" v="2280" actId="1037"/>
          <ac:spMkLst>
            <pc:docMk/>
            <pc:sldMk cId="430951789" sldId="284"/>
            <ac:spMk id="19" creationId="{FF954014-7A99-DF72-D4DB-EF44091876FE}"/>
          </ac:spMkLst>
        </pc:spChg>
        <pc:spChg chg="add del mod">
          <ac:chgData name="karandeep kaur" userId="63344fc36a8a8d8d" providerId="LiveId" clId="{0F2DC0A6-DFFE-4C2E-BBFC-2D3274F8A42D}" dt="2026-04-30T16:49:20.289" v="2285" actId="14100"/>
          <ac:spMkLst>
            <pc:docMk/>
            <pc:sldMk cId="430951789" sldId="284"/>
            <ac:spMk id="20" creationId="{1FF56B36-E830-B699-4D5A-52B9F0ADE598}"/>
          </ac:spMkLst>
        </pc:spChg>
        <pc:spChg chg="del">
          <ac:chgData name="karandeep kaur" userId="63344fc36a8a8d8d" providerId="LiveId" clId="{0F2DC0A6-DFFE-4C2E-BBFC-2D3274F8A42D}" dt="2026-04-30T13:32:07.910" v="71" actId="478"/>
          <ac:spMkLst>
            <pc:docMk/>
            <pc:sldMk cId="430951789" sldId="284"/>
            <ac:spMk id="21" creationId="{63ED044F-9415-F8A2-AD0C-6FD53548D8A1}"/>
          </ac:spMkLst>
        </pc:spChg>
        <pc:spChg chg="del">
          <ac:chgData name="karandeep kaur" userId="63344fc36a8a8d8d" providerId="LiveId" clId="{0F2DC0A6-DFFE-4C2E-BBFC-2D3274F8A42D}" dt="2026-04-30T13:32:19.414" v="75" actId="478"/>
          <ac:spMkLst>
            <pc:docMk/>
            <pc:sldMk cId="430951789" sldId="284"/>
            <ac:spMk id="22" creationId="{EDB1B6A6-85BE-D8CC-5520-84BF5FD0F132}"/>
          </ac:spMkLst>
        </pc:spChg>
        <pc:spChg chg="mod">
          <ac:chgData name="karandeep kaur" userId="63344fc36a8a8d8d" providerId="LiveId" clId="{0F2DC0A6-DFFE-4C2E-BBFC-2D3274F8A42D}" dt="2026-04-30T16:42:27.617" v="2127" actId="1035"/>
          <ac:spMkLst>
            <pc:docMk/>
            <pc:sldMk cId="430951789" sldId="284"/>
            <ac:spMk id="23" creationId="{B5BB64EF-6AE3-2151-798A-290CCD6CA44F}"/>
          </ac:spMkLst>
        </pc:spChg>
        <pc:spChg chg="add del mod">
          <ac:chgData name="karandeep kaur" userId="63344fc36a8a8d8d" providerId="LiveId" clId="{0F2DC0A6-DFFE-4C2E-BBFC-2D3274F8A42D}" dt="2026-04-30T16:42:27.617" v="2127" actId="1035"/>
          <ac:spMkLst>
            <pc:docMk/>
            <pc:sldMk cId="430951789" sldId="284"/>
            <ac:spMk id="24" creationId="{07907F9D-E830-6F91-B54A-285D0B35EBFE}"/>
          </ac:spMkLst>
        </pc:spChg>
        <pc:spChg chg="del">
          <ac:chgData name="karandeep kaur" userId="63344fc36a8a8d8d" providerId="LiveId" clId="{0F2DC0A6-DFFE-4C2E-BBFC-2D3274F8A42D}" dt="2026-04-30T13:32:33.602" v="82" actId="478"/>
          <ac:spMkLst>
            <pc:docMk/>
            <pc:sldMk cId="430951789" sldId="284"/>
            <ac:spMk id="25" creationId="{79354A0E-4067-8AC8-8DBC-D33F03B40731}"/>
          </ac:spMkLst>
        </pc:spChg>
        <pc:spChg chg="del">
          <ac:chgData name="karandeep kaur" userId="63344fc36a8a8d8d" providerId="LiveId" clId="{0F2DC0A6-DFFE-4C2E-BBFC-2D3274F8A42D}" dt="2026-04-30T13:32:35.285" v="83" actId="478"/>
          <ac:spMkLst>
            <pc:docMk/>
            <pc:sldMk cId="430951789" sldId="284"/>
            <ac:spMk id="26" creationId="{A3C632CF-AEBF-81AB-C2C5-2675A8B5B461}"/>
          </ac:spMkLst>
        </pc:spChg>
        <pc:spChg chg="add del mod">
          <ac:chgData name="karandeep kaur" userId="63344fc36a8a8d8d" providerId="LiveId" clId="{0F2DC0A6-DFFE-4C2E-BBFC-2D3274F8A42D}" dt="2026-04-30T16:49:27.303" v="2295" actId="1035"/>
          <ac:spMkLst>
            <pc:docMk/>
            <pc:sldMk cId="430951789" sldId="284"/>
            <ac:spMk id="27" creationId="{6D2EC6C0-D58B-DA34-8FD0-80E2EEF0BF65}"/>
          </ac:spMkLst>
        </pc:spChg>
        <pc:spChg chg="add del mod">
          <ac:chgData name="karandeep kaur" userId="63344fc36a8a8d8d" providerId="LiveId" clId="{0F2DC0A6-DFFE-4C2E-BBFC-2D3274F8A42D}" dt="2026-04-30T16:49:39.361" v="2306" actId="14100"/>
          <ac:spMkLst>
            <pc:docMk/>
            <pc:sldMk cId="430951789" sldId="284"/>
            <ac:spMk id="28" creationId="{5D6B9809-353D-56FE-6EBA-FC9D1970BAD8}"/>
          </ac:spMkLst>
        </pc:spChg>
        <pc:spChg chg="del">
          <ac:chgData name="karandeep kaur" userId="63344fc36a8a8d8d" providerId="LiveId" clId="{0F2DC0A6-DFFE-4C2E-BBFC-2D3274F8A42D}" dt="2026-04-30T13:32:10.838" v="72" actId="478"/>
          <ac:spMkLst>
            <pc:docMk/>
            <pc:sldMk cId="430951789" sldId="284"/>
            <ac:spMk id="29" creationId="{76670BCD-70E7-C4CC-9625-77A45F52EC70}"/>
          </ac:spMkLst>
        </pc:spChg>
        <pc:spChg chg="del">
          <ac:chgData name="karandeep kaur" userId="63344fc36a8a8d8d" providerId="LiveId" clId="{0F2DC0A6-DFFE-4C2E-BBFC-2D3274F8A42D}" dt="2026-04-30T13:32:21.671" v="76" actId="478"/>
          <ac:spMkLst>
            <pc:docMk/>
            <pc:sldMk cId="430951789" sldId="284"/>
            <ac:spMk id="30" creationId="{87E3CB3B-8C71-923F-FD00-FC7EA6BACF71}"/>
          </ac:spMkLst>
        </pc:spChg>
        <pc:spChg chg="mod">
          <ac:chgData name="karandeep kaur" userId="63344fc36a8a8d8d" providerId="LiveId" clId="{0F2DC0A6-DFFE-4C2E-BBFC-2D3274F8A42D}" dt="2026-04-30T16:47:48.763" v="2269" actId="1076"/>
          <ac:spMkLst>
            <pc:docMk/>
            <pc:sldMk cId="430951789" sldId="284"/>
            <ac:spMk id="31" creationId="{09F22031-96D8-372E-C65E-21C82A53CE8D}"/>
          </ac:spMkLst>
        </pc:spChg>
        <pc:spChg chg="add del mod">
          <ac:chgData name="karandeep kaur" userId="63344fc36a8a8d8d" providerId="LiveId" clId="{0F2DC0A6-DFFE-4C2E-BBFC-2D3274F8A42D}" dt="2026-04-30T16:47:48.763" v="2269" actId="1076"/>
          <ac:spMkLst>
            <pc:docMk/>
            <pc:sldMk cId="430951789" sldId="284"/>
            <ac:spMk id="32" creationId="{389E43FD-6259-15CB-0B81-DA568F02818E}"/>
          </ac:spMkLst>
        </pc:spChg>
        <pc:spChg chg="del">
          <ac:chgData name="karandeep kaur" userId="63344fc36a8a8d8d" providerId="LiveId" clId="{0F2DC0A6-DFFE-4C2E-BBFC-2D3274F8A42D}" dt="2026-04-30T13:32:32.234" v="81" actId="478"/>
          <ac:spMkLst>
            <pc:docMk/>
            <pc:sldMk cId="430951789" sldId="284"/>
            <ac:spMk id="33" creationId="{DAF1117C-14B0-E008-EB55-39695297EF4F}"/>
          </ac:spMkLst>
        </pc:spChg>
        <pc:spChg chg="del">
          <ac:chgData name="karandeep kaur" userId="63344fc36a8a8d8d" providerId="LiveId" clId="{0F2DC0A6-DFFE-4C2E-BBFC-2D3274F8A42D}" dt="2026-04-30T13:32:28.798" v="79" actId="478"/>
          <ac:spMkLst>
            <pc:docMk/>
            <pc:sldMk cId="430951789" sldId="284"/>
            <ac:spMk id="34" creationId="{19DD93EB-E0CC-F678-5593-8BD9C596D55F}"/>
          </ac:spMkLst>
        </pc:spChg>
        <pc:spChg chg="add del mod">
          <ac:chgData name="karandeep kaur" userId="63344fc36a8a8d8d" providerId="LiveId" clId="{0F2DC0A6-DFFE-4C2E-BBFC-2D3274F8A42D}" dt="2026-04-30T16:50:26.412" v="2339" actId="1035"/>
          <ac:spMkLst>
            <pc:docMk/>
            <pc:sldMk cId="430951789" sldId="284"/>
            <ac:spMk id="35" creationId="{BD081AF9-4995-69A7-6579-CE7E4AFC7123}"/>
          </ac:spMkLst>
        </pc:spChg>
        <pc:spChg chg="add del mod">
          <ac:chgData name="karandeep kaur" userId="63344fc36a8a8d8d" providerId="LiveId" clId="{0F2DC0A6-DFFE-4C2E-BBFC-2D3274F8A42D}" dt="2026-04-30T16:50:30.134" v="2348" actId="1035"/>
          <ac:spMkLst>
            <pc:docMk/>
            <pc:sldMk cId="430951789" sldId="284"/>
            <ac:spMk id="36" creationId="{B7F4F145-05FC-B76F-C69F-E6A6418F2CEF}"/>
          </ac:spMkLst>
        </pc:spChg>
        <pc:spChg chg="del">
          <ac:chgData name="karandeep kaur" userId="63344fc36a8a8d8d" providerId="LiveId" clId="{0F2DC0A6-DFFE-4C2E-BBFC-2D3274F8A42D}" dt="2026-04-30T13:32:14.060" v="73" actId="478"/>
          <ac:spMkLst>
            <pc:docMk/>
            <pc:sldMk cId="430951789" sldId="284"/>
            <ac:spMk id="37" creationId="{3A0235DC-99BF-590C-5D3F-9C81EE14B5AE}"/>
          </ac:spMkLst>
        </pc:spChg>
        <pc:spChg chg="del">
          <ac:chgData name="karandeep kaur" userId="63344fc36a8a8d8d" providerId="LiveId" clId="{0F2DC0A6-DFFE-4C2E-BBFC-2D3274F8A42D}" dt="2026-04-30T13:32:24.267" v="77" actId="478"/>
          <ac:spMkLst>
            <pc:docMk/>
            <pc:sldMk cId="430951789" sldId="284"/>
            <ac:spMk id="38" creationId="{2BC768B2-FB91-3567-A6B0-9F69BA2DE703}"/>
          </ac:spMkLst>
        </pc:spChg>
        <pc:spChg chg="mod">
          <ac:chgData name="karandeep kaur" userId="63344fc36a8a8d8d" providerId="LiveId" clId="{0F2DC0A6-DFFE-4C2E-BBFC-2D3274F8A42D}" dt="2026-04-30T16:47:48.763" v="2269" actId="1076"/>
          <ac:spMkLst>
            <pc:docMk/>
            <pc:sldMk cId="430951789" sldId="284"/>
            <ac:spMk id="39" creationId="{9FBAB303-432B-7C65-45AE-8BC095442190}"/>
          </ac:spMkLst>
        </pc:spChg>
        <pc:spChg chg="mod">
          <ac:chgData name="karandeep kaur" userId="63344fc36a8a8d8d" providerId="LiveId" clId="{0F2DC0A6-DFFE-4C2E-BBFC-2D3274F8A42D}" dt="2026-04-30T16:47:48.763" v="2269" actId="1076"/>
          <ac:spMkLst>
            <pc:docMk/>
            <pc:sldMk cId="430951789" sldId="284"/>
            <ac:spMk id="40" creationId="{53785450-3265-0CFA-D736-6A71BC620174}"/>
          </ac:spMkLst>
        </pc:spChg>
        <pc:spChg chg="del">
          <ac:chgData name="karandeep kaur" userId="63344fc36a8a8d8d" providerId="LiveId" clId="{0F2DC0A6-DFFE-4C2E-BBFC-2D3274F8A42D}" dt="2026-04-30T13:32:29.952" v="80" actId="478"/>
          <ac:spMkLst>
            <pc:docMk/>
            <pc:sldMk cId="430951789" sldId="284"/>
            <ac:spMk id="41" creationId="{3C0F0C61-FF92-9C0F-DAD5-8C5644D2BCBA}"/>
          </ac:spMkLst>
        </pc:spChg>
        <pc:spChg chg="del">
          <ac:chgData name="karandeep kaur" userId="63344fc36a8a8d8d" providerId="LiveId" clId="{0F2DC0A6-DFFE-4C2E-BBFC-2D3274F8A42D}" dt="2026-04-30T13:32:27.541" v="78" actId="478"/>
          <ac:spMkLst>
            <pc:docMk/>
            <pc:sldMk cId="430951789" sldId="284"/>
            <ac:spMk id="42" creationId="{D98F364D-4F0C-D6CB-C36E-676EB8EEC844}"/>
          </ac:spMkLst>
        </pc:spChg>
        <pc:spChg chg="mod">
          <ac:chgData name="karandeep kaur" userId="63344fc36a8a8d8d" providerId="LiveId" clId="{0F2DC0A6-DFFE-4C2E-BBFC-2D3274F8A42D}" dt="2026-04-30T16:50:35.195" v="2360" actId="1035"/>
          <ac:spMkLst>
            <pc:docMk/>
            <pc:sldMk cId="430951789" sldId="284"/>
            <ac:spMk id="43" creationId="{102A7842-98D4-445C-68D4-D7C628C758BA}"/>
          </ac:spMkLst>
        </pc:spChg>
        <pc:spChg chg="add del mod">
          <ac:chgData name="karandeep kaur" userId="63344fc36a8a8d8d" providerId="LiveId" clId="{0F2DC0A6-DFFE-4C2E-BBFC-2D3274F8A42D}" dt="2026-04-30T16:51:10.081" v="2377" actId="20577"/>
          <ac:spMkLst>
            <pc:docMk/>
            <pc:sldMk cId="430951789" sldId="284"/>
            <ac:spMk id="44" creationId="{6DC64058-D22E-4DF4-336C-359A94331EA3}"/>
          </ac:spMkLst>
        </pc:spChg>
        <pc:spChg chg="add del mod">
          <ac:chgData name="karandeep kaur" userId="63344fc36a8a8d8d" providerId="LiveId" clId="{0F2DC0A6-DFFE-4C2E-BBFC-2D3274F8A42D}" dt="2026-04-30T14:03:16.686" v="322" actId="700"/>
          <ac:spMkLst>
            <pc:docMk/>
            <pc:sldMk cId="430951789" sldId="284"/>
            <ac:spMk id="45" creationId="{00F2E95B-3A2E-1C80-14EF-74377E980248}"/>
          </ac:spMkLst>
        </pc:spChg>
        <pc:spChg chg="mod">
          <ac:chgData name="karandeep kaur" userId="63344fc36a8a8d8d" providerId="LiveId" clId="{0F2DC0A6-DFFE-4C2E-BBFC-2D3274F8A42D}" dt="2026-04-30T14:05:07.345" v="340" actId="20577"/>
          <ac:spMkLst>
            <pc:docMk/>
            <pc:sldMk cId="430951789" sldId="284"/>
            <ac:spMk id="47" creationId="{BE163417-22B3-8145-136A-0FA6B20DFA7F}"/>
          </ac:spMkLst>
        </pc:spChg>
      </pc:sldChg>
      <pc:sldChg chg="addSp delSp modSp mod">
        <pc:chgData name="karandeep kaur" userId="63344fc36a8a8d8d" providerId="LiveId" clId="{0F2DC0A6-DFFE-4C2E-BBFC-2D3274F8A42D}" dt="2026-04-30T16:58:44.326" v="2784" actId="1038"/>
        <pc:sldMkLst>
          <pc:docMk/>
          <pc:sldMk cId="2119020" sldId="285"/>
        </pc:sldMkLst>
        <pc:spChg chg="mod">
          <ac:chgData name="karandeep kaur" userId="63344fc36a8a8d8d" providerId="LiveId" clId="{0F2DC0A6-DFFE-4C2E-BBFC-2D3274F8A42D}" dt="2026-04-30T16:52:31.878" v="2387" actId="255"/>
          <ac:spMkLst>
            <pc:docMk/>
            <pc:sldMk cId="2119020" sldId="285"/>
            <ac:spMk id="2" creationId="{9D7F1554-28A6-A34C-BEAA-C911C04C4EFD}"/>
          </ac:spMkLst>
        </pc:spChg>
        <pc:spChg chg="add del mod">
          <ac:chgData name="karandeep kaur" userId="63344fc36a8a8d8d" providerId="LiveId" clId="{0F2DC0A6-DFFE-4C2E-BBFC-2D3274F8A42D}" dt="2026-04-30T16:52:35.116" v="2388" actId="478"/>
          <ac:spMkLst>
            <pc:docMk/>
            <pc:sldMk cId="2119020" sldId="285"/>
            <ac:spMk id="13" creationId="{44D9275F-7C1A-EB50-9CA3-802DC777E62E}"/>
          </ac:spMkLst>
        </pc:spChg>
        <pc:spChg chg="del">
          <ac:chgData name="karandeep kaur" userId="63344fc36a8a8d8d" providerId="LiveId" clId="{0F2DC0A6-DFFE-4C2E-BBFC-2D3274F8A42D}" dt="2026-04-30T16:51:44.587" v="2378" actId="478"/>
          <ac:spMkLst>
            <pc:docMk/>
            <pc:sldMk cId="2119020" sldId="285"/>
            <ac:spMk id="14" creationId="{C556DECA-D647-C754-E5D9-61A4FBABDABD}"/>
          </ac:spMkLst>
        </pc:spChg>
        <pc:spChg chg="mod">
          <ac:chgData name="karandeep kaur" userId="63344fc36a8a8d8d" providerId="LiveId" clId="{0F2DC0A6-DFFE-4C2E-BBFC-2D3274F8A42D}" dt="2026-04-30T16:55:15.164" v="2525" actId="14100"/>
          <ac:spMkLst>
            <pc:docMk/>
            <pc:sldMk cId="2119020" sldId="285"/>
            <ac:spMk id="15" creationId="{4A95F2CA-A235-8ECB-6E23-6248DC6CF13B}"/>
          </ac:spMkLst>
        </pc:spChg>
        <pc:spChg chg="mod">
          <ac:chgData name="karandeep kaur" userId="63344fc36a8a8d8d" providerId="LiveId" clId="{0F2DC0A6-DFFE-4C2E-BBFC-2D3274F8A42D}" dt="2026-04-30T16:55:08.709" v="2524" actId="14100"/>
          <ac:spMkLst>
            <pc:docMk/>
            <pc:sldMk cId="2119020" sldId="285"/>
            <ac:spMk id="16" creationId="{0C5C58B9-559C-9CC6-445B-0A954E82EDB3}"/>
          </ac:spMkLst>
        </pc:spChg>
        <pc:spChg chg="mod">
          <ac:chgData name="karandeep kaur" userId="63344fc36a8a8d8d" providerId="LiveId" clId="{0F2DC0A6-DFFE-4C2E-BBFC-2D3274F8A42D}" dt="2026-04-30T16:55:08.709" v="2524" actId="14100"/>
          <ac:spMkLst>
            <pc:docMk/>
            <pc:sldMk cId="2119020" sldId="285"/>
            <ac:spMk id="17" creationId="{E903574A-1D6C-3179-AC96-414557DEA8AA}"/>
          </ac:spMkLst>
        </pc:spChg>
        <pc:spChg chg="mod">
          <ac:chgData name="karandeep kaur" userId="63344fc36a8a8d8d" providerId="LiveId" clId="{0F2DC0A6-DFFE-4C2E-BBFC-2D3274F8A42D}" dt="2026-04-30T16:55:08.709" v="2524" actId="14100"/>
          <ac:spMkLst>
            <pc:docMk/>
            <pc:sldMk cId="2119020" sldId="285"/>
            <ac:spMk id="18" creationId="{E42EFE33-AC1C-CC2C-01C8-8E448FF593B2}"/>
          </ac:spMkLst>
        </pc:spChg>
        <pc:spChg chg="mod">
          <ac:chgData name="karandeep kaur" userId="63344fc36a8a8d8d" providerId="LiveId" clId="{0F2DC0A6-DFFE-4C2E-BBFC-2D3274F8A42D}" dt="2026-04-30T16:55:08.709" v="2524" actId="14100"/>
          <ac:spMkLst>
            <pc:docMk/>
            <pc:sldMk cId="2119020" sldId="285"/>
            <ac:spMk id="19" creationId="{93BB7B46-CD89-16DC-3B79-9717C4DDAADE}"/>
          </ac:spMkLst>
        </pc:spChg>
        <pc:spChg chg="mod">
          <ac:chgData name="karandeep kaur" userId="63344fc36a8a8d8d" providerId="LiveId" clId="{0F2DC0A6-DFFE-4C2E-BBFC-2D3274F8A42D}" dt="2026-04-30T16:55:08.709" v="2524" actId="14100"/>
          <ac:spMkLst>
            <pc:docMk/>
            <pc:sldMk cId="2119020" sldId="285"/>
            <ac:spMk id="20" creationId="{B67272DF-0E51-6EBA-6F77-E2881050461A}"/>
          </ac:spMkLst>
        </pc:spChg>
        <pc:spChg chg="add del">
          <ac:chgData name="karandeep kaur" userId="63344fc36a8a8d8d" providerId="LiveId" clId="{0F2DC0A6-DFFE-4C2E-BBFC-2D3274F8A42D}" dt="2026-04-30T16:52:36.913" v="2389" actId="478"/>
          <ac:spMkLst>
            <pc:docMk/>
            <pc:sldMk cId="2119020" sldId="285"/>
            <ac:spMk id="21" creationId="{E4D1F37C-16DE-5AE5-D006-FD211428CDAC}"/>
          </ac:spMkLst>
        </pc:spChg>
        <pc:spChg chg="del">
          <ac:chgData name="karandeep kaur" userId="63344fc36a8a8d8d" providerId="LiveId" clId="{0F2DC0A6-DFFE-4C2E-BBFC-2D3274F8A42D}" dt="2026-04-30T13:32:48.542" v="88" actId="478"/>
          <ac:spMkLst>
            <pc:docMk/>
            <pc:sldMk cId="2119020" sldId="285"/>
            <ac:spMk id="22" creationId="{21AC2828-2333-8C8B-F874-2C0877B320BF}"/>
          </ac:spMkLst>
        </pc:spChg>
        <pc:spChg chg="mod">
          <ac:chgData name="karandeep kaur" userId="63344fc36a8a8d8d" providerId="LiveId" clId="{0F2DC0A6-DFFE-4C2E-BBFC-2D3274F8A42D}" dt="2026-04-30T16:56:35.308" v="2584" actId="1037"/>
          <ac:spMkLst>
            <pc:docMk/>
            <pc:sldMk cId="2119020" sldId="285"/>
            <ac:spMk id="23" creationId="{205B190B-B472-14AF-BADF-AD8AF0CB994A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24" creationId="{9680315F-51B2-9DC3-8CC3-8D1DB83B6307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25" creationId="{044A32AF-632E-42D1-554A-7513E32929F6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26" creationId="{C28AE17E-DC17-566F-04A1-8E722FC3A0B4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27" creationId="{A78AA1AE-DA8B-3BF6-AE9F-5346BD253EDC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28" creationId="{C5D11650-2469-81F3-9C54-13A64C3F9C05}"/>
          </ac:spMkLst>
        </pc:spChg>
        <pc:spChg chg="del">
          <ac:chgData name="karandeep kaur" userId="63344fc36a8a8d8d" providerId="LiveId" clId="{0F2DC0A6-DFFE-4C2E-BBFC-2D3274F8A42D}" dt="2026-04-30T16:52:39.505" v="2390" actId="478"/>
          <ac:spMkLst>
            <pc:docMk/>
            <pc:sldMk cId="2119020" sldId="285"/>
            <ac:spMk id="29" creationId="{456620D4-4208-5899-98F1-31A1D0A76E2F}"/>
          </ac:spMkLst>
        </pc:spChg>
        <pc:spChg chg="del">
          <ac:chgData name="karandeep kaur" userId="63344fc36a8a8d8d" providerId="LiveId" clId="{0F2DC0A6-DFFE-4C2E-BBFC-2D3274F8A42D}" dt="2026-04-30T16:52:41.355" v="2391" actId="478"/>
          <ac:spMkLst>
            <pc:docMk/>
            <pc:sldMk cId="2119020" sldId="285"/>
            <ac:spMk id="30" creationId="{37BE2C75-23DA-967D-7A71-0D08538E2B43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31" creationId="{A2D640A1-F5F3-FE5B-C2D9-26831551BC49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32" creationId="{75005B79-1E08-1D9F-DCA5-47D37018DFB5}"/>
          </ac:spMkLst>
        </pc:spChg>
        <pc:spChg chg="mod">
          <ac:chgData name="karandeep kaur" userId="63344fc36a8a8d8d" providerId="LiveId" clId="{0F2DC0A6-DFFE-4C2E-BBFC-2D3274F8A42D}" dt="2026-04-30T16:56:23.348" v="2564" actId="1037"/>
          <ac:spMkLst>
            <pc:docMk/>
            <pc:sldMk cId="2119020" sldId="285"/>
            <ac:spMk id="33" creationId="{B1D8B36D-9B87-EB19-36A7-27E831414909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34" creationId="{B3D6DFA9-80F9-E1C4-F15D-99F107B23B80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35" creationId="{0BBEEF36-9BC2-4AAC-6D74-657CD91B0214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36" creationId="{C5AE8787-67C2-0058-E287-43EAD4694DEE}"/>
          </ac:spMkLst>
        </pc:spChg>
        <pc:spChg chg="del">
          <ac:chgData name="karandeep kaur" userId="63344fc36a8a8d8d" providerId="LiveId" clId="{0F2DC0A6-DFFE-4C2E-BBFC-2D3274F8A42D}" dt="2026-04-30T16:52:46.628" v="2393" actId="478"/>
          <ac:spMkLst>
            <pc:docMk/>
            <pc:sldMk cId="2119020" sldId="285"/>
            <ac:spMk id="37" creationId="{26E6D9B3-6791-6C3F-D454-FDC478CFC40F}"/>
          </ac:spMkLst>
        </pc:spChg>
        <pc:spChg chg="del mod">
          <ac:chgData name="karandeep kaur" userId="63344fc36a8a8d8d" providerId="LiveId" clId="{0F2DC0A6-DFFE-4C2E-BBFC-2D3274F8A42D}" dt="2026-04-30T16:52:44.490" v="2392" actId="478"/>
          <ac:spMkLst>
            <pc:docMk/>
            <pc:sldMk cId="2119020" sldId="285"/>
            <ac:spMk id="38" creationId="{7F66C7CD-CD19-F1A1-7872-5D824B43E6CC}"/>
          </ac:spMkLst>
        </pc:spChg>
        <pc:spChg chg="mod">
          <ac:chgData name="karandeep kaur" userId="63344fc36a8a8d8d" providerId="LiveId" clId="{0F2DC0A6-DFFE-4C2E-BBFC-2D3274F8A42D}" dt="2026-04-30T16:58:44.326" v="2784" actId="1038"/>
          <ac:spMkLst>
            <pc:docMk/>
            <pc:sldMk cId="2119020" sldId="285"/>
            <ac:spMk id="39" creationId="{586771B4-CD16-F3CE-CC5B-AFCC814825A5}"/>
          </ac:spMkLst>
        </pc:spChg>
        <pc:spChg chg="mod">
          <ac:chgData name="karandeep kaur" userId="63344fc36a8a8d8d" providerId="LiveId" clId="{0F2DC0A6-DFFE-4C2E-BBFC-2D3274F8A42D}" dt="2026-04-30T16:58:44.326" v="2784" actId="1038"/>
          <ac:spMkLst>
            <pc:docMk/>
            <pc:sldMk cId="2119020" sldId="285"/>
            <ac:spMk id="40" creationId="{81B9E684-D7E1-58AC-A420-9B4F139C495A}"/>
          </ac:spMkLst>
        </pc:spChg>
        <pc:spChg chg="mod">
          <ac:chgData name="karandeep kaur" userId="63344fc36a8a8d8d" providerId="LiveId" clId="{0F2DC0A6-DFFE-4C2E-BBFC-2D3274F8A42D}" dt="2026-04-30T16:58:44.326" v="2784" actId="1038"/>
          <ac:spMkLst>
            <pc:docMk/>
            <pc:sldMk cId="2119020" sldId="285"/>
            <ac:spMk id="41" creationId="{7C9EFDA8-AA61-6695-35AA-8EAEF7C28EC0}"/>
          </ac:spMkLst>
        </pc:spChg>
        <pc:spChg chg="mod">
          <ac:chgData name="karandeep kaur" userId="63344fc36a8a8d8d" providerId="LiveId" clId="{0F2DC0A6-DFFE-4C2E-BBFC-2D3274F8A42D}" dt="2026-04-30T16:58:44.326" v="2784" actId="1038"/>
          <ac:spMkLst>
            <pc:docMk/>
            <pc:sldMk cId="2119020" sldId="285"/>
            <ac:spMk id="42" creationId="{66E60444-8B47-54EC-4757-A7C674CCC380}"/>
          </ac:spMkLst>
        </pc:spChg>
        <pc:spChg chg="mod">
          <ac:chgData name="karandeep kaur" userId="63344fc36a8a8d8d" providerId="LiveId" clId="{0F2DC0A6-DFFE-4C2E-BBFC-2D3274F8A42D}" dt="2026-04-30T16:58:44.326" v="2784" actId="1038"/>
          <ac:spMkLst>
            <pc:docMk/>
            <pc:sldMk cId="2119020" sldId="285"/>
            <ac:spMk id="43" creationId="{A8D81F19-A009-03D6-D4F8-D676F1AB30B3}"/>
          </ac:spMkLst>
        </pc:spChg>
        <pc:spChg chg="mod">
          <ac:chgData name="karandeep kaur" userId="63344fc36a8a8d8d" providerId="LiveId" clId="{0F2DC0A6-DFFE-4C2E-BBFC-2D3274F8A42D}" dt="2026-04-30T16:58:44.326" v="2784" actId="1038"/>
          <ac:spMkLst>
            <pc:docMk/>
            <pc:sldMk cId="2119020" sldId="285"/>
            <ac:spMk id="44" creationId="{0CFBF3BB-482A-003D-6B7A-BCEBAEFFF629}"/>
          </ac:spMkLst>
        </pc:spChg>
      </pc:sldChg>
      <pc:sldChg chg="modSp new del">
        <pc:chgData name="karandeep kaur" userId="63344fc36a8a8d8d" providerId="LiveId" clId="{0F2DC0A6-DFFE-4C2E-BBFC-2D3274F8A42D}" dt="2026-04-30T14:06:02.797" v="345" actId="47"/>
        <pc:sldMkLst>
          <pc:docMk/>
          <pc:sldMk cId="1858402403" sldId="286"/>
        </pc:sldMkLst>
        <pc:spChg chg="mod">
          <ac:chgData name="karandeep kaur" userId="63344fc36a8a8d8d" providerId="LiveId" clId="{0F2DC0A6-DFFE-4C2E-BBFC-2D3274F8A42D}" dt="2026-04-30T14:05:49.263" v="344"/>
          <ac:spMkLst>
            <pc:docMk/>
            <pc:sldMk cId="1858402403" sldId="286"/>
            <ac:spMk id="3" creationId="{92D6558D-5477-6633-D0EE-AC8CB858C424}"/>
          </ac:spMkLst>
        </pc:spChg>
      </pc:sldChg>
      <pc:sldChg chg="modSp new add del mod">
        <pc:chgData name="karandeep kaur" userId="63344fc36a8a8d8d" providerId="LiveId" clId="{0F2DC0A6-DFFE-4C2E-BBFC-2D3274F8A42D}" dt="2026-04-30T14:07:27.183" v="367" actId="680"/>
        <pc:sldMkLst>
          <pc:docMk/>
          <pc:sldMk cId="2734065454" sldId="286"/>
        </pc:sldMkLst>
        <pc:spChg chg="mod">
          <ac:chgData name="karandeep kaur" userId="63344fc36a8a8d8d" providerId="LiveId" clId="{0F2DC0A6-DFFE-4C2E-BBFC-2D3274F8A42D}" dt="2026-04-30T14:07:22.449" v="364"/>
          <ac:spMkLst>
            <pc:docMk/>
            <pc:sldMk cId="2734065454" sldId="286"/>
            <ac:spMk id="3" creationId="{5DCB8B2C-DD7D-ADFE-FAD6-E1A1DA41FBC2}"/>
          </ac:spMkLst>
        </pc:spChg>
        <pc:spChg chg="mod">
          <ac:chgData name="karandeep kaur" userId="63344fc36a8a8d8d" providerId="LiveId" clId="{0F2DC0A6-DFFE-4C2E-BBFC-2D3274F8A42D}" dt="2026-04-30T14:07:22.060" v="362"/>
          <ac:spMkLst>
            <pc:docMk/>
            <pc:sldMk cId="2734065454" sldId="286"/>
            <ac:spMk id="4" creationId="{9324EA4E-B740-CC67-FBE1-061391CED24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66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spcBef>
                <a:spcPts val="400"/>
              </a:spcBef>
            </a:pPr>
            <a:r>
              <a:rPr lang="en-US" sz="1600" b="1" dirty="0"/>
              <a:t>Money Mentor: A Collaborative Real-Time Personal Finance Management System With Role-Based Access Control and AI-Driven Financial Analytics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160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Karandeep kaur -2210991750</a:t>
            </a:r>
            <a:br>
              <a:rPr lang="en-US" sz="160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160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Bama Charan -2210991436</a:t>
            </a:r>
            <a:br>
              <a:rPr lang="en-US" sz="160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160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Aryan Kaushal -2210991382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Himanshu Joshi-2210991660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60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1600" dirty="0"/>
              <a:t>Prof. Dr. S.B. Goyal</a:t>
            </a:r>
            <a:endParaRPr lang="en-US" sz="16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900970" cy="579341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&lt;Text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TimesNew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Roman&gt;</a:t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</a:t>
            </a:r>
            <a:r>
              <a:rPr lang="en-US" sz="1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definition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Diagrams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</a:t>
            </a:r>
            <a:r>
              <a:rPr lang="en-US" sz="1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ogies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snapshots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br>
              <a:rPr lang="en-US" sz="1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learnings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workplan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A8775-F82B-2DA6-2AB4-44E0155AA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" y="0"/>
            <a:ext cx="548604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35D9CF-C8C5-09DD-9637-E9288054868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95070" y="1599840"/>
            <a:ext cx="8686440" cy="1797410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Money-Mentor is a full-stack FinTech web application that empowers individuals and families to take control of their finances. It combines expense tracking, smart budgeting, real bank-account linking (via Plaid), an AI-powered chatbot (Google Gemini), investment portfolio management, and a collaborative Family Hub - all in one unified platform</a:t>
            </a:r>
            <a:r>
              <a:rPr lang="en-US" sz="1800" dirty="0">
                <a:solidFill>
                  <a:srgbClr val="B0BEC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02CC2-14A2-0D00-61AC-7D7FD067BDD0}"/>
              </a:ext>
            </a:extLst>
          </p:cNvPr>
          <p:cNvSpPr txBox="1"/>
          <p:nvPr/>
        </p:nvSpPr>
        <p:spPr>
          <a:xfrm>
            <a:off x="95070" y="914040"/>
            <a:ext cx="5295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Money Mentor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5578DF-2346-2355-64FF-549F586A6DA9}"/>
              </a:ext>
            </a:extLst>
          </p:cNvPr>
          <p:cNvSpPr txBox="1"/>
          <p:nvPr/>
        </p:nvSpPr>
        <p:spPr>
          <a:xfrm>
            <a:off x="0" y="3325749"/>
            <a:ext cx="3416299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Tracking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+ auto-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categorisation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NLP-based tagging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Category analytics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14990D-4E56-E565-4F87-5D0426DB4301}"/>
              </a:ext>
            </a:extLst>
          </p:cNvPr>
          <p:cNvSpPr txBox="1"/>
          <p:nvPr/>
        </p:nvSpPr>
        <p:spPr>
          <a:xfrm>
            <a:off x="3416299" y="3325749"/>
            <a:ext cx="3474719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Management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 per-category budgets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Adherence alerts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Multi-period support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BAFCE-9CED-BA01-BB3A-10B89DAAF8DD}"/>
              </a:ext>
            </a:extLst>
          </p:cNvPr>
          <p:cNvSpPr txBox="1"/>
          <p:nvPr/>
        </p:nvSpPr>
        <p:spPr>
          <a:xfrm>
            <a:off x="6658354" y="3319930"/>
            <a:ext cx="3474719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Integration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Plaid API (US &amp; Canada)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sync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Multi-account support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396F21-5E77-481F-439D-5BD7286DE146}"/>
              </a:ext>
            </a:extLst>
          </p:cNvPr>
          <p:cNvSpPr txBox="1"/>
          <p:nvPr/>
        </p:nvSpPr>
        <p:spPr>
          <a:xfrm>
            <a:off x="0" y="5431492"/>
            <a:ext cx="3474719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AI Advisory</a:t>
            </a:r>
          </a:p>
          <a:p>
            <a:pPr algn="l">
              <a:spcBef>
                <a:spcPts val="300"/>
              </a:spcBef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Gemini chatbot</a:t>
            </a:r>
          </a:p>
          <a:p>
            <a:pPr algn="l">
              <a:spcBef>
                <a:spcPts val="300"/>
              </a:spcBef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AI Shadow forecasts</a:t>
            </a:r>
          </a:p>
          <a:p>
            <a:pPr algn="l">
              <a:spcBef>
                <a:spcPts val="300"/>
              </a:spcBef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Personalised advice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D5A9E4-20FD-01F8-E7AD-EAC525EA92E9}"/>
              </a:ext>
            </a:extLst>
          </p:cNvPr>
          <p:cNvSpPr txBox="1"/>
          <p:nvPr/>
        </p:nvSpPr>
        <p:spPr>
          <a:xfrm>
            <a:off x="3416299" y="5431492"/>
            <a:ext cx="3474719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Tracker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Stocks, ETFs, crypto…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Gain/Loss dashboard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Price alerts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4794D5-ABD7-2398-92EA-189F7452883F}"/>
              </a:ext>
            </a:extLst>
          </p:cNvPr>
          <p:cNvSpPr txBox="1"/>
          <p:nvPr/>
        </p:nvSpPr>
        <p:spPr>
          <a:xfrm>
            <a:off x="6658353" y="5431492"/>
            <a:ext cx="3474719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Hub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Shared expenses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access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via WebSocket</a:t>
            </a:r>
          </a:p>
        </p:txBody>
      </p:sp>
    </p:spTree>
    <p:extLst>
      <p:ext uri="{BB962C8B-B14F-4D97-AF65-F5344CB8AC3E}">
        <p14:creationId xmlns:p14="http://schemas.microsoft.com/office/powerpoint/2010/main" val="3129304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9F4D7-52C2-99F5-6C1B-5D41FADB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C1FA-0615-6AC6-5EF2-B827DDFF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" y="0"/>
            <a:ext cx="548604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813E18-7FFB-BC30-759F-B045C0D96EFD}"/>
              </a:ext>
            </a:extLst>
          </p:cNvPr>
          <p:cNvSpPr txBox="1"/>
          <p:nvPr/>
        </p:nvSpPr>
        <p:spPr>
          <a:xfrm>
            <a:off x="95070" y="914040"/>
            <a:ext cx="529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financial management gap we set out to close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18A8B4-0933-528B-DEF6-36BB8B460214}"/>
              </a:ext>
            </a:extLst>
          </p:cNvPr>
          <p:cNvSpPr txBox="1"/>
          <p:nvPr/>
        </p:nvSpPr>
        <p:spPr>
          <a:xfrm>
            <a:off x="82550" y="1643380"/>
            <a:ext cx="2702888" cy="54737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Tools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E8F682-EA65-CF09-8D28-98471CF95DA8}"/>
              </a:ext>
            </a:extLst>
          </p:cNvPr>
          <p:cNvSpPr txBox="1"/>
          <p:nvPr/>
        </p:nvSpPr>
        <p:spPr>
          <a:xfrm>
            <a:off x="82550" y="1990852"/>
            <a:ext cx="2702888" cy="1440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juggle spreadsheets, multiple apps, and paper notes to track finances — leading to incomplete pictures and missed insights.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F8904D-E1EC-6813-4550-32AF3E2D8DFE}"/>
              </a:ext>
            </a:extLst>
          </p:cNvPr>
          <p:cNvSpPr txBox="1"/>
          <p:nvPr/>
        </p:nvSpPr>
        <p:spPr>
          <a:xfrm>
            <a:off x="6502400" y="1643380"/>
            <a:ext cx="2908300" cy="40737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Family Collaboration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16058D-576F-9459-BB76-AD83B7100059}"/>
              </a:ext>
            </a:extLst>
          </p:cNvPr>
          <p:cNvSpPr txBox="1"/>
          <p:nvPr/>
        </p:nvSpPr>
        <p:spPr>
          <a:xfrm>
            <a:off x="6502400" y="1893113"/>
            <a:ext cx="2908300" cy="1072044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apps focus on individuals. Families lack a unified space to track shared expenses, split bills fairly, and set common savings goals.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0FF49C-0FFB-CB10-6B76-946EB3479325}"/>
              </a:ext>
            </a:extLst>
          </p:cNvPr>
          <p:cNvSpPr txBox="1"/>
          <p:nvPr/>
        </p:nvSpPr>
        <p:spPr>
          <a:xfrm>
            <a:off x="3462782" y="1643380"/>
            <a:ext cx="2690368" cy="626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&amp; Error-Prone Entry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FB7450-AAD5-BE66-BA9C-67E92514BE01}"/>
              </a:ext>
            </a:extLst>
          </p:cNvPr>
          <p:cNvSpPr txBox="1"/>
          <p:nvPr/>
        </p:nvSpPr>
        <p:spPr>
          <a:xfrm>
            <a:off x="3462782" y="2169120"/>
            <a:ext cx="2690368" cy="626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expense logging is tedious; transactions from different bank accounts are siloed and never automatically </a:t>
            </a:r>
            <a:r>
              <a:rPr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categorised</a:t>
            </a: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BE8589-1C4B-DD01-35A6-AF21B8A762E8}"/>
              </a:ext>
            </a:extLst>
          </p:cNvPr>
          <p:cNvSpPr txBox="1"/>
          <p:nvPr/>
        </p:nvSpPr>
        <p:spPr>
          <a:xfrm>
            <a:off x="6711950" y="4527998"/>
            <a:ext cx="2552700" cy="559194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AI-Driven Guidance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A2DCB1-05CC-E55F-DC94-077890987F39}"/>
              </a:ext>
            </a:extLst>
          </p:cNvPr>
          <p:cNvSpPr txBox="1"/>
          <p:nvPr/>
        </p:nvSpPr>
        <p:spPr>
          <a:xfrm>
            <a:off x="6711950" y="5146729"/>
            <a:ext cx="2552700" cy="1471563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people receive generic financial tips. There is no </a:t>
            </a:r>
            <a:r>
              <a:rPr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</a:t>
            </a: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advisor that factors in real spending history, income, goals, and life stage.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C5886E-8781-6183-181D-27183C95F757}"/>
              </a:ext>
            </a:extLst>
          </p:cNvPr>
          <p:cNvSpPr txBox="1"/>
          <p:nvPr/>
        </p:nvSpPr>
        <p:spPr>
          <a:xfrm>
            <a:off x="95070" y="4941142"/>
            <a:ext cx="2690368" cy="393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Blind Spots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1EABF1-EC55-9D1E-EC9F-F78786352A41}"/>
              </a:ext>
            </a:extLst>
          </p:cNvPr>
          <p:cNvSpPr txBox="1"/>
          <p:nvPr/>
        </p:nvSpPr>
        <p:spPr>
          <a:xfrm>
            <a:off x="95070" y="5213588"/>
            <a:ext cx="2690368" cy="103541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investors track investments in isolated broker portals with no holistic view of overall portfolio performance or risk.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6FA982-3EFE-37B4-D4F3-DC90C82B99AA}"/>
              </a:ext>
            </a:extLst>
          </p:cNvPr>
          <p:cNvSpPr txBox="1"/>
          <p:nvPr/>
        </p:nvSpPr>
        <p:spPr>
          <a:xfrm>
            <a:off x="3609848" y="4663922"/>
            <a:ext cx="2238502" cy="30101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Reactive, Not Proactive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A7261B-ADCE-EED3-6DC8-3C8AC8D5D0F3}"/>
              </a:ext>
            </a:extLst>
          </p:cNvPr>
          <p:cNvSpPr txBox="1"/>
          <p:nvPr/>
        </p:nvSpPr>
        <p:spPr>
          <a:xfrm>
            <a:off x="3609848" y="5087192"/>
            <a:ext cx="2238502" cy="792146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discover budget overruns only after the fact. No system warns them early or forecasts future shortfalls based on spending patterns.</a:t>
            </a:r>
          </a:p>
        </p:txBody>
      </p:sp>
    </p:spTree>
    <p:extLst>
      <p:ext uri="{BB962C8B-B14F-4D97-AF65-F5344CB8AC3E}">
        <p14:creationId xmlns:p14="http://schemas.microsoft.com/office/powerpoint/2010/main" val="3398755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B4B15-BE74-11B4-5B1F-9E39B36A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247C2-2315-4A65-904F-D7990C3F6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" y="0"/>
            <a:ext cx="548604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811419-C2EA-8132-F6D1-F4C70F248466}"/>
              </a:ext>
            </a:extLst>
          </p:cNvPr>
          <p:cNvSpPr txBox="1"/>
          <p:nvPr/>
        </p:nvSpPr>
        <p:spPr>
          <a:xfrm>
            <a:off x="215900" y="1009290"/>
            <a:ext cx="4254500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SCOPE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with OTP email verification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Personal expense tracking with auto NLP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categorisation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Per-category budget creation &amp; adherence monitoring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Bank account linking via Plaid API (US &amp; Canada markets)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bank transaction sync and auto-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categorisation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Investment portfolio tracking (stocks, ETFs, crypto, bonds, real estate)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Financial goal setting and progress tracking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Family hub: shared expenses, fair-split calculation, role management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notifications via WebSocket (Socket.io)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chatbot powered by Google Gemini for financial Q&amp;A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Shadow dashboard: spending forecasts and shortfall alerts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insurance policy recommendations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Financial health score computation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Transaction export (CSV) and reporting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D0B71C-346D-A0DD-5E1A-E5C44D2D5132}"/>
              </a:ext>
            </a:extLst>
          </p:cNvPr>
          <p:cNvSpPr txBox="1"/>
          <p:nvPr/>
        </p:nvSpPr>
        <p:spPr>
          <a:xfrm>
            <a:off x="5031317" y="1009290"/>
            <a:ext cx="4112683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SCOPE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payment processing or money transfers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Tax filing or accounting compliance features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 for markets outside US &amp; Canada (Plaid constraint)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Native mobile apps (iOS / Android) — web only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Credit-score integration or loan origination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Full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-advisory or automated trading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Multi-currency real-time conversion engine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Regulatory compliance (PCI-DSS, GDPR full certification)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8F1D85-C8EA-0EA2-B206-B06C0946D81D}"/>
              </a:ext>
            </a:extLst>
          </p:cNvPr>
          <p:cNvCxnSpPr/>
          <p:nvPr/>
        </p:nvCxnSpPr>
        <p:spPr>
          <a:xfrm>
            <a:off x="4654550" y="1104900"/>
            <a:ext cx="0" cy="52768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222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1BE0-C21E-0FDF-E3EB-2AE6504CF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3DF12-DD53-389B-C778-F45BD7FF9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" y="0"/>
            <a:ext cx="548604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C5B11-2596-8A01-979E-5D95FD94DC8A}"/>
              </a:ext>
            </a:extLst>
          </p:cNvPr>
          <p:cNvSpPr txBox="1"/>
          <p:nvPr/>
        </p:nvSpPr>
        <p:spPr>
          <a:xfrm>
            <a:off x="95070" y="914040"/>
            <a:ext cx="529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 we aimed to achieve with Money-Mentor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FCFB7-E4A3-5EFE-0BBE-1EF2375656C0}"/>
              </a:ext>
            </a:extLst>
          </p:cNvPr>
          <p:cNvSpPr txBox="1"/>
          <p:nvPr/>
        </p:nvSpPr>
        <p:spPr>
          <a:xfrm>
            <a:off x="586137" y="1393100"/>
            <a:ext cx="232799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Finance Dashboard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715DC3-BFA2-2E37-0FF5-E0666688E814}"/>
              </a:ext>
            </a:extLst>
          </p:cNvPr>
          <p:cNvSpPr txBox="1"/>
          <p:nvPr/>
        </p:nvSpPr>
        <p:spPr>
          <a:xfrm>
            <a:off x="595688" y="1676564"/>
            <a:ext cx="2638399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single-page dashboard aggregating expenses, budgets, investments, goals, and bank balances in one view.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B782B6-B658-6441-2713-007CA6295C40}"/>
              </a:ext>
            </a:extLst>
          </p:cNvPr>
          <p:cNvSpPr txBox="1"/>
          <p:nvPr/>
        </p:nvSpPr>
        <p:spPr>
          <a:xfrm>
            <a:off x="6138148" y="1274731"/>
            <a:ext cx="232799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Bank Integration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2CD10C-2175-C4A0-20FB-2F64506B7DD3}"/>
              </a:ext>
            </a:extLst>
          </p:cNvPr>
          <p:cNvSpPr txBox="1"/>
          <p:nvPr/>
        </p:nvSpPr>
        <p:spPr>
          <a:xfrm>
            <a:off x="6138148" y="1494187"/>
            <a:ext cx="2638399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Plaid OAuth flow to let users securely link real bank accounts and auto-sync transactions without manual entry.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98876A-8150-1766-BABE-FDA545B7531A}"/>
              </a:ext>
            </a:extLst>
          </p:cNvPr>
          <p:cNvSpPr txBox="1"/>
          <p:nvPr/>
        </p:nvSpPr>
        <p:spPr>
          <a:xfrm>
            <a:off x="618624" y="2747941"/>
            <a:ext cx="232799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</a:t>
            </a:r>
            <a:r>
              <a:rPr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Personalisation</a:t>
            </a: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92789E-D335-88FC-97D5-C180925A5D47}"/>
              </a:ext>
            </a:extLst>
          </p:cNvPr>
          <p:cNvSpPr txBox="1"/>
          <p:nvPr/>
        </p:nvSpPr>
        <p:spPr>
          <a:xfrm>
            <a:off x="586137" y="3067119"/>
            <a:ext cx="2638399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Google Gemini to provide a conversational chatbot and data-driven financial advice tailored to each user's spending profile.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577A50-E574-BAE1-C281-775F6A71A09A}"/>
              </a:ext>
            </a:extLst>
          </p:cNvPr>
          <p:cNvSpPr txBox="1"/>
          <p:nvPr/>
        </p:nvSpPr>
        <p:spPr>
          <a:xfrm>
            <a:off x="6146579" y="2694766"/>
            <a:ext cx="232799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1A4937-19E8-7FD9-D94E-7ED48A3079F8}"/>
              </a:ext>
            </a:extLst>
          </p:cNvPr>
          <p:cNvSpPr txBox="1"/>
          <p:nvPr/>
        </p:nvSpPr>
        <p:spPr>
          <a:xfrm>
            <a:off x="6138148" y="2973739"/>
            <a:ext cx="2793597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an AI Shadow engine that forecasts month-end spending, flags potential shortfalls, and highlights abnormal spending patterns.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98C120-7B68-C02A-0FDF-F11005C079CB}"/>
              </a:ext>
            </a:extLst>
          </p:cNvPr>
          <p:cNvSpPr txBox="1"/>
          <p:nvPr/>
        </p:nvSpPr>
        <p:spPr>
          <a:xfrm>
            <a:off x="618624" y="4069080"/>
            <a:ext cx="232799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Family Finance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5EFF00-97FB-54A2-F7F8-4BDEC0AEA7A5}"/>
              </a:ext>
            </a:extLst>
          </p:cNvPr>
          <p:cNvSpPr txBox="1"/>
          <p:nvPr/>
        </p:nvSpPr>
        <p:spPr>
          <a:xfrm>
            <a:off x="644707" y="4386072"/>
            <a:ext cx="2638399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multi-user family groups with role-based access, shared expense splitting, and real-time updates via WebSocket.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670A26-3E5A-5F73-32CA-165470E71D12}"/>
              </a:ext>
            </a:extLst>
          </p:cNvPr>
          <p:cNvSpPr txBox="1"/>
          <p:nvPr/>
        </p:nvSpPr>
        <p:spPr>
          <a:xfrm>
            <a:off x="6138147" y="3949438"/>
            <a:ext cx="232799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Investment Tracking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6A50AC-1BD3-E656-4F87-A2AE4E445293}"/>
              </a:ext>
            </a:extLst>
          </p:cNvPr>
          <p:cNvSpPr txBox="1"/>
          <p:nvPr/>
        </p:nvSpPr>
        <p:spPr>
          <a:xfrm>
            <a:off x="6138147" y="4379206"/>
            <a:ext cx="2396253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portfolio tracker across asset classes with live performance metrics, gain/loss computation, and configurable price alerts.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565F47-8DF4-1AB9-B8BF-E2CAE668A541}"/>
              </a:ext>
            </a:extLst>
          </p:cNvPr>
          <p:cNvSpPr txBox="1"/>
          <p:nvPr/>
        </p:nvSpPr>
        <p:spPr>
          <a:xfrm>
            <a:off x="644707" y="5392579"/>
            <a:ext cx="232799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Holistic Financial Health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FF27C2-AB43-DC92-D219-F0F5013E4F2F}"/>
              </a:ext>
            </a:extLst>
          </p:cNvPr>
          <p:cNvSpPr txBox="1"/>
          <p:nvPr/>
        </p:nvSpPr>
        <p:spPr>
          <a:xfrm>
            <a:off x="618624" y="5705025"/>
            <a:ext cx="2638399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a dynamic Financial Health Score reflecting savings rate, budget adherence, debt ratio, and goal progress.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647C76-8F9F-FB56-7608-45571DD53EA4}"/>
              </a:ext>
            </a:extLst>
          </p:cNvPr>
          <p:cNvSpPr txBox="1"/>
          <p:nvPr/>
        </p:nvSpPr>
        <p:spPr>
          <a:xfrm>
            <a:off x="6138146" y="5390307"/>
            <a:ext cx="232799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&amp; Scalable Architecture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246AC7-D964-1FCF-E7CB-2FE77D168B5C}"/>
              </a:ext>
            </a:extLst>
          </p:cNvPr>
          <p:cNvSpPr txBox="1"/>
          <p:nvPr/>
        </p:nvSpPr>
        <p:spPr>
          <a:xfrm>
            <a:off x="6120496" y="5662030"/>
            <a:ext cx="2481637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JWT-authenticated REST API on Node/Express backed by MongoDB Atlas, deployed on Render + </a:t>
            </a:r>
            <a:r>
              <a:rPr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Cloudflare Workers for edge compute.</a:t>
            </a:r>
          </a:p>
        </p:txBody>
      </p:sp>
    </p:spTree>
    <p:extLst>
      <p:ext uri="{BB962C8B-B14F-4D97-AF65-F5344CB8AC3E}">
        <p14:creationId xmlns:p14="http://schemas.microsoft.com/office/powerpoint/2010/main" val="2255991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1119B-D7D4-0906-10F5-410D6D7F2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52FC9-FB54-BA6F-E7A9-D7CFC852E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" y="0"/>
            <a:ext cx="548604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13A897-1235-709E-31EF-9D29554CA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660" y="1089377"/>
            <a:ext cx="6130680" cy="52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56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07C13-7295-994B-CCD6-CDF99FAFE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72DA-FFB0-CCF7-76FA-B9D0D2BD1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" y="0"/>
            <a:ext cx="568960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Workflow Diagram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0F84F4-4D25-2874-D7C3-A226FBCCCD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152" y="914040"/>
            <a:ext cx="3394078" cy="575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17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FDB62-F591-5731-F88C-9D0972C12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22F31-6CF0-7B45-BAA9-741808E6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" y="0"/>
            <a:ext cx="568960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Use-Case Diagram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CC5159-E100-6968-527C-986B5F0CA7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426651"/>
            <a:ext cx="7359650" cy="450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596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C5400-7657-DF24-710F-F0CAE4FB3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89F48-8172-3EBD-939D-19373BBD3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" y="0"/>
            <a:ext cx="568960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226B77-0856-A564-161D-9DECF0C84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80" y="1191748"/>
            <a:ext cx="8422439" cy="513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4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C5BE8-9B81-1AB0-43BB-A0B5BD99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2E769-A66B-6F0A-6F45-4B02AE5BC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" y="0"/>
            <a:ext cx="568960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703EFE-003B-0BD0-436E-30147F6E7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645" y="914040"/>
            <a:ext cx="3563056" cy="567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94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E27C7-FB81-A978-EE68-E4887E73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8D0A5-D09D-EA9C-61E0-0C4EC87BB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33" y="-14670"/>
            <a:ext cx="568960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E1200F-3CBD-92C2-3651-A930111D5A27}"/>
              </a:ext>
            </a:extLst>
          </p:cNvPr>
          <p:cNvSpPr txBox="1"/>
          <p:nvPr/>
        </p:nvSpPr>
        <p:spPr>
          <a:xfrm>
            <a:off x="342000" y="1216694"/>
            <a:ext cx="1663701" cy="289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2D355D-CA94-8862-098A-781375BEEF5A}"/>
              </a:ext>
            </a:extLst>
          </p:cNvPr>
          <p:cNvSpPr txBox="1"/>
          <p:nvPr/>
        </p:nvSpPr>
        <p:spPr>
          <a:xfrm>
            <a:off x="342000" y="161685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React.js 18.3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F6C65A-4CD5-EB04-2639-A05770D19AE3}"/>
              </a:ext>
            </a:extLst>
          </p:cNvPr>
          <p:cNvSpPr txBox="1"/>
          <p:nvPr/>
        </p:nvSpPr>
        <p:spPr>
          <a:xfrm>
            <a:off x="342000" y="182259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Vite 5.4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5D186B-9E2E-AB8F-8E22-1B3F9220D1D0}"/>
              </a:ext>
            </a:extLst>
          </p:cNvPr>
          <p:cNvSpPr txBox="1"/>
          <p:nvPr/>
        </p:nvSpPr>
        <p:spPr>
          <a:xfrm>
            <a:off x="342000" y="202833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Tailwind CSS 3.4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3649CA-1D12-7A5E-F8E0-81AE8080B93D}"/>
              </a:ext>
            </a:extLst>
          </p:cNvPr>
          <p:cNvSpPr txBox="1"/>
          <p:nvPr/>
        </p:nvSpPr>
        <p:spPr>
          <a:xfrm>
            <a:off x="342000" y="223407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Redux Toolkit 2.2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62F8AB-D06A-E945-2648-53D6CC09EF66}"/>
              </a:ext>
            </a:extLst>
          </p:cNvPr>
          <p:cNvSpPr txBox="1"/>
          <p:nvPr/>
        </p:nvSpPr>
        <p:spPr>
          <a:xfrm>
            <a:off x="342000" y="243981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React Router 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460AB5-7B40-445F-C9C3-F99824B21D3F}"/>
              </a:ext>
            </a:extLst>
          </p:cNvPr>
          <p:cNvSpPr txBox="1"/>
          <p:nvPr/>
        </p:nvSpPr>
        <p:spPr>
          <a:xfrm>
            <a:off x="342000" y="264555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Recharts 2.14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A06682-3BE3-E806-E6E2-A5EA67B0ED76}"/>
              </a:ext>
            </a:extLst>
          </p:cNvPr>
          <p:cNvSpPr txBox="1"/>
          <p:nvPr/>
        </p:nvSpPr>
        <p:spPr>
          <a:xfrm>
            <a:off x="342000" y="285129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Socket.io Client 4.8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542022-2716-2163-560E-F63F532B7FD0}"/>
              </a:ext>
            </a:extLst>
          </p:cNvPr>
          <p:cNvSpPr txBox="1"/>
          <p:nvPr/>
        </p:nvSpPr>
        <p:spPr>
          <a:xfrm>
            <a:off x="342000" y="305703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Axios 1.7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8618B6-24FD-20EF-4E24-ADEE0A2473CC}"/>
              </a:ext>
            </a:extLst>
          </p:cNvPr>
          <p:cNvSpPr txBox="1"/>
          <p:nvPr/>
        </p:nvSpPr>
        <p:spPr>
          <a:xfrm>
            <a:off x="342000" y="326277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Flowbite React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CBFAC0-D9E0-39F3-03D7-8D40937B81FB}"/>
              </a:ext>
            </a:extLst>
          </p:cNvPr>
          <p:cNvSpPr txBox="1"/>
          <p:nvPr/>
        </p:nvSpPr>
        <p:spPr>
          <a:xfrm>
            <a:off x="342000" y="346851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Lucide Icons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BFA2F1-AC84-BAAE-4F1F-92891E4F1E5C}"/>
              </a:ext>
            </a:extLst>
          </p:cNvPr>
          <p:cNvSpPr txBox="1"/>
          <p:nvPr/>
        </p:nvSpPr>
        <p:spPr>
          <a:xfrm>
            <a:off x="2865244" y="1216694"/>
            <a:ext cx="1663701" cy="289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4C3108-40F4-F989-9E92-B5E4586828E7}"/>
              </a:ext>
            </a:extLst>
          </p:cNvPr>
          <p:cNvSpPr txBox="1"/>
          <p:nvPr/>
        </p:nvSpPr>
        <p:spPr>
          <a:xfrm>
            <a:off x="2777562" y="161685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Node.js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46212A-2AC5-AAFA-778B-26612D4CC1DF}"/>
              </a:ext>
            </a:extLst>
          </p:cNvPr>
          <p:cNvSpPr txBox="1"/>
          <p:nvPr/>
        </p:nvSpPr>
        <p:spPr>
          <a:xfrm>
            <a:off x="2777562" y="182259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Express.js 4.19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476671-B79B-D534-C13F-AD033067C3D2}"/>
              </a:ext>
            </a:extLst>
          </p:cNvPr>
          <p:cNvSpPr txBox="1"/>
          <p:nvPr/>
        </p:nvSpPr>
        <p:spPr>
          <a:xfrm>
            <a:off x="2777562" y="202833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Mongoose 8.5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5D2E8F-58B8-E1E6-5487-7F3B8E98B243}"/>
              </a:ext>
            </a:extLst>
          </p:cNvPr>
          <p:cNvSpPr txBox="1"/>
          <p:nvPr/>
        </p:nvSpPr>
        <p:spPr>
          <a:xfrm>
            <a:off x="2777562" y="223407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Socket.io Server 4.8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5116FC4-31EE-EA75-41B4-53E991AB60D9}"/>
              </a:ext>
            </a:extLst>
          </p:cNvPr>
          <p:cNvSpPr txBox="1"/>
          <p:nvPr/>
        </p:nvSpPr>
        <p:spPr>
          <a:xfrm>
            <a:off x="2793219" y="2436111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JWT (</a:t>
            </a:r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jsonwebtoken</a:t>
            </a: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3E1FEC-2101-F537-2DB2-D78C6A8C59FA}"/>
              </a:ext>
            </a:extLst>
          </p:cNvPr>
          <p:cNvSpPr txBox="1"/>
          <p:nvPr/>
        </p:nvSpPr>
        <p:spPr>
          <a:xfrm>
            <a:off x="2777562" y="2645552"/>
            <a:ext cx="1663701" cy="205741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Bcryptjs 5.1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AF1EF9-A0EC-2706-28AD-E89BA4DFD67C}"/>
              </a:ext>
            </a:extLst>
          </p:cNvPr>
          <p:cNvSpPr txBox="1"/>
          <p:nvPr/>
        </p:nvSpPr>
        <p:spPr>
          <a:xfrm>
            <a:off x="2777562" y="285129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Nodemailer 6.9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6A1E00-5924-F588-1BAD-81B4A3656018}"/>
              </a:ext>
            </a:extLst>
          </p:cNvPr>
          <p:cNvSpPr txBox="1"/>
          <p:nvPr/>
        </p:nvSpPr>
        <p:spPr>
          <a:xfrm>
            <a:off x="2777562" y="305703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Zod 4.3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542BA8-C88D-B934-DD91-13603D609507}"/>
              </a:ext>
            </a:extLst>
          </p:cNvPr>
          <p:cNvSpPr txBox="1"/>
          <p:nvPr/>
        </p:nvSpPr>
        <p:spPr>
          <a:xfrm>
            <a:off x="2777562" y="326277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Natural 8.0 (NLP)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9DE718-C846-D229-DECC-08EE41A9B0E3}"/>
              </a:ext>
            </a:extLst>
          </p:cNvPr>
          <p:cNvSpPr txBox="1"/>
          <p:nvPr/>
        </p:nvSpPr>
        <p:spPr>
          <a:xfrm>
            <a:off x="2777562" y="346851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json2csv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43B083-1355-C194-51DA-C7C29DCCFDA6}"/>
              </a:ext>
            </a:extLst>
          </p:cNvPr>
          <p:cNvSpPr txBox="1"/>
          <p:nvPr/>
        </p:nvSpPr>
        <p:spPr>
          <a:xfrm>
            <a:off x="4881185" y="1216694"/>
            <a:ext cx="1663701" cy="289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Storage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9065A6-08CC-39C7-225B-D56A57D2B656}"/>
              </a:ext>
            </a:extLst>
          </p:cNvPr>
          <p:cNvSpPr txBox="1"/>
          <p:nvPr/>
        </p:nvSpPr>
        <p:spPr>
          <a:xfrm>
            <a:off x="4843607" y="1616853"/>
            <a:ext cx="2233846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MongoDB Atlas</a:t>
            </a:r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(Cloud)</a:t>
            </a:r>
            <a:endParaRPr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0D5E14-D2E1-3B3F-35FB-0E64C1D7515E}"/>
              </a:ext>
            </a:extLst>
          </p:cNvPr>
          <p:cNvSpPr txBox="1"/>
          <p:nvPr/>
        </p:nvSpPr>
        <p:spPr>
          <a:xfrm>
            <a:off x="4843607" y="1822593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</a:t>
            </a:r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goose ODM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D1FA6B-D65D-688A-5164-2478F79332AA}"/>
              </a:ext>
            </a:extLst>
          </p:cNvPr>
          <p:cNvSpPr txBox="1"/>
          <p:nvPr/>
        </p:nvSpPr>
        <p:spPr>
          <a:xfrm>
            <a:off x="4843607" y="2028333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12 collections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E6B789-1858-6304-173A-DAE1A34DE66A}"/>
              </a:ext>
            </a:extLst>
          </p:cNvPr>
          <p:cNvSpPr txBox="1"/>
          <p:nvPr/>
        </p:nvSpPr>
        <p:spPr>
          <a:xfrm>
            <a:off x="4843607" y="2234073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GridFS (future)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021181-A28B-5230-EEAE-F453C7F85677}"/>
              </a:ext>
            </a:extLst>
          </p:cNvPr>
          <p:cNvSpPr txBox="1"/>
          <p:nvPr/>
        </p:nvSpPr>
        <p:spPr>
          <a:xfrm>
            <a:off x="6933826" y="1216694"/>
            <a:ext cx="1663701" cy="289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ML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FD1A15-9383-8371-C1ED-33EA55AA4FC0}"/>
              </a:ext>
            </a:extLst>
          </p:cNvPr>
          <p:cNvSpPr txBox="1"/>
          <p:nvPr/>
        </p:nvSpPr>
        <p:spPr>
          <a:xfrm>
            <a:off x="6883722" y="1616853"/>
            <a:ext cx="2366166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Google Gemini 1.5 Flash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3294B9-B443-9F78-D3DD-25D4C96EE053}"/>
              </a:ext>
            </a:extLst>
          </p:cNvPr>
          <p:cNvSpPr txBox="1"/>
          <p:nvPr/>
        </p:nvSpPr>
        <p:spPr>
          <a:xfrm>
            <a:off x="6883721" y="1822593"/>
            <a:ext cx="2447295" cy="20291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@google/generative-ai 0.17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C3940E-D947-BE32-247E-036EC556BE02}"/>
              </a:ext>
            </a:extLst>
          </p:cNvPr>
          <p:cNvSpPr txBox="1"/>
          <p:nvPr/>
        </p:nvSpPr>
        <p:spPr>
          <a:xfrm>
            <a:off x="6883721" y="2028333"/>
            <a:ext cx="2285037" cy="20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Gemini Chatbot Q&amp;A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3A2867-AF0D-CAE7-3B8C-631632F159B2}"/>
              </a:ext>
            </a:extLst>
          </p:cNvPr>
          <p:cNvSpPr txBox="1"/>
          <p:nvPr/>
        </p:nvSpPr>
        <p:spPr>
          <a:xfrm>
            <a:off x="6883722" y="2234074"/>
            <a:ext cx="2218659" cy="15762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AI Shadow Forecasting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9F3E06-85EC-1523-16FA-D65FD350E3AC}"/>
              </a:ext>
            </a:extLst>
          </p:cNvPr>
          <p:cNvSpPr txBox="1"/>
          <p:nvPr/>
        </p:nvSpPr>
        <p:spPr>
          <a:xfrm>
            <a:off x="6883722" y="2439813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NLP Transaction Tagging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B6BA82-BC7F-9287-F49C-731E518A2DE4}"/>
              </a:ext>
            </a:extLst>
          </p:cNvPr>
          <p:cNvSpPr txBox="1"/>
          <p:nvPr/>
        </p:nvSpPr>
        <p:spPr>
          <a:xfrm>
            <a:off x="342000" y="3959893"/>
            <a:ext cx="1663701" cy="289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External APIs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0C4DF9F-ACA8-F5F7-ED4F-E869AF8B3876}"/>
              </a:ext>
            </a:extLst>
          </p:cNvPr>
          <p:cNvSpPr txBox="1"/>
          <p:nvPr/>
        </p:nvSpPr>
        <p:spPr>
          <a:xfrm>
            <a:off x="342000" y="4360052"/>
            <a:ext cx="2137687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Plaid API v30 (bank link)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B72E70-D9A3-61A3-E28D-B32B13519BB5}"/>
              </a:ext>
            </a:extLst>
          </p:cNvPr>
          <p:cNvSpPr txBox="1"/>
          <p:nvPr/>
        </p:nvSpPr>
        <p:spPr>
          <a:xfrm>
            <a:off x="342000" y="4565793"/>
            <a:ext cx="2137687" cy="1761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Plaid Sandbox / Production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561EA8-8E52-235D-C14B-766FB98DE2FA}"/>
              </a:ext>
            </a:extLst>
          </p:cNvPr>
          <p:cNvSpPr txBox="1"/>
          <p:nvPr/>
        </p:nvSpPr>
        <p:spPr>
          <a:xfrm>
            <a:off x="342000" y="4771533"/>
            <a:ext cx="1912219" cy="1761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Google Generative AI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1999EF-EAF5-4B44-9D97-F461E1182B69}"/>
              </a:ext>
            </a:extLst>
          </p:cNvPr>
          <p:cNvSpPr txBox="1"/>
          <p:nvPr/>
        </p:nvSpPr>
        <p:spPr>
          <a:xfrm>
            <a:off x="342000" y="4977272"/>
            <a:ext cx="2033220" cy="187451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Cloudflare Workers (edge)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2979AE1-8468-7A91-0B8B-7CDFE027A302}"/>
              </a:ext>
            </a:extLst>
          </p:cNvPr>
          <p:cNvSpPr txBox="1"/>
          <p:nvPr/>
        </p:nvSpPr>
        <p:spPr>
          <a:xfrm>
            <a:off x="2777562" y="3959893"/>
            <a:ext cx="1751264" cy="5056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DevOps &amp; Deployment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2F974B-2D94-3038-928A-E5E989C3B6D4}"/>
              </a:ext>
            </a:extLst>
          </p:cNvPr>
          <p:cNvSpPr txBox="1"/>
          <p:nvPr/>
        </p:nvSpPr>
        <p:spPr>
          <a:xfrm>
            <a:off x="2777562" y="4360052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Vercel (frontend)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2AE6216-AD93-3879-4878-9892981F59DA}"/>
              </a:ext>
            </a:extLst>
          </p:cNvPr>
          <p:cNvSpPr txBox="1"/>
          <p:nvPr/>
        </p:nvSpPr>
        <p:spPr>
          <a:xfrm>
            <a:off x="2777562" y="4565792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Render (backend)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CA3DD1-56F4-F49C-9116-94BD7F46B7BF}"/>
              </a:ext>
            </a:extLst>
          </p:cNvPr>
          <p:cNvSpPr txBox="1"/>
          <p:nvPr/>
        </p:nvSpPr>
        <p:spPr>
          <a:xfrm>
            <a:off x="2777562" y="4771532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Cloudflare Wrangler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C86E824-5D68-ABCC-BA2C-5ACD59681C35}"/>
              </a:ext>
            </a:extLst>
          </p:cNvPr>
          <p:cNvSpPr txBox="1"/>
          <p:nvPr/>
        </p:nvSpPr>
        <p:spPr>
          <a:xfrm>
            <a:off x="2777562" y="4977272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Nodemon (dev)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5DFDA7-709A-06D4-F829-7C33502CD4FF}"/>
              </a:ext>
            </a:extLst>
          </p:cNvPr>
          <p:cNvSpPr txBox="1"/>
          <p:nvPr/>
        </p:nvSpPr>
        <p:spPr>
          <a:xfrm>
            <a:off x="2777562" y="5183012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ESLint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0138D58-8D6F-A7EC-D3E0-899936C2E624}"/>
              </a:ext>
            </a:extLst>
          </p:cNvPr>
          <p:cNvSpPr txBox="1"/>
          <p:nvPr/>
        </p:nvSpPr>
        <p:spPr>
          <a:xfrm>
            <a:off x="4843607" y="3959893"/>
            <a:ext cx="1959191" cy="289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Auth &amp; Security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3641BB5-7806-D05C-9E17-631DD48C7701}"/>
              </a:ext>
            </a:extLst>
          </p:cNvPr>
          <p:cNvSpPr txBox="1"/>
          <p:nvPr/>
        </p:nvSpPr>
        <p:spPr>
          <a:xfrm>
            <a:off x="4843607" y="4360052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JWT tokens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BED0F6D-1A1B-BEC8-5D3B-D5FE95EF553E}"/>
              </a:ext>
            </a:extLst>
          </p:cNvPr>
          <p:cNvSpPr txBox="1"/>
          <p:nvPr/>
        </p:nvSpPr>
        <p:spPr>
          <a:xfrm>
            <a:off x="4843607" y="4565792"/>
            <a:ext cx="2233846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</a:t>
            </a:r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529D58-E28C-E081-B468-017B9D5A3262}"/>
              </a:ext>
            </a:extLst>
          </p:cNvPr>
          <p:cNvSpPr txBox="1"/>
          <p:nvPr/>
        </p:nvSpPr>
        <p:spPr>
          <a:xfrm>
            <a:off x="4843605" y="5046806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OTP via Node mailer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D191729-2F40-293F-6DFB-A375489DB87C}"/>
              </a:ext>
            </a:extLst>
          </p:cNvPr>
          <p:cNvSpPr txBox="1"/>
          <p:nvPr/>
        </p:nvSpPr>
        <p:spPr>
          <a:xfrm>
            <a:off x="4843605" y="4803684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CORS middleware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4E2542B-81F2-DE9A-4550-BA49BBCE828A}"/>
              </a:ext>
            </a:extLst>
          </p:cNvPr>
          <p:cNvSpPr txBox="1"/>
          <p:nvPr/>
        </p:nvSpPr>
        <p:spPr>
          <a:xfrm>
            <a:off x="4843605" y="5270751"/>
            <a:ext cx="2381664" cy="20726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Socket.io JWT middleware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E43EBC1-AE7B-94D3-6011-46B5EAA98421}"/>
              </a:ext>
            </a:extLst>
          </p:cNvPr>
          <p:cNvSpPr txBox="1"/>
          <p:nvPr/>
        </p:nvSpPr>
        <p:spPr>
          <a:xfrm>
            <a:off x="6883722" y="3959893"/>
            <a:ext cx="1959191" cy="289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781F7A2-62CC-7194-2BDF-20FF45C16964}"/>
              </a:ext>
            </a:extLst>
          </p:cNvPr>
          <p:cNvSpPr txBox="1"/>
          <p:nvPr/>
        </p:nvSpPr>
        <p:spPr>
          <a:xfrm>
            <a:off x="6883722" y="4360052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Socket.io WebSocket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349C6A-F2CC-654B-6EE8-3E946E0E62AD}"/>
              </a:ext>
            </a:extLst>
          </p:cNvPr>
          <p:cNvSpPr txBox="1"/>
          <p:nvPr/>
        </p:nvSpPr>
        <p:spPr>
          <a:xfrm>
            <a:off x="6883721" y="4565792"/>
            <a:ext cx="2447295" cy="2378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JWT-authenticated sockets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BBF9394-2F32-EA45-C344-E20AD7F1AE85}"/>
              </a:ext>
            </a:extLst>
          </p:cNvPr>
          <p:cNvSpPr txBox="1"/>
          <p:nvPr/>
        </p:nvSpPr>
        <p:spPr>
          <a:xfrm>
            <a:off x="6883722" y="4771532"/>
            <a:ext cx="2366166" cy="18766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Rooms per family group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C74D3B3-A7C5-26D4-7D13-398587BB925F}"/>
              </a:ext>
            </a:extLst>
          </p:cNvPr>
          <p:cNvSpPr txBox="1"/>
          <p:nvPr/>
        </p:nvSpPr>
        <p:spPr>
          <a:xfrm>
            <a:off x="6883722" y="4977272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Live expense broadcast</a:t>
            </a:r>
          </a:p>
        </p:txBody>
      </p:sp>
    </p:spTree>
    <p:extLst>
      <p:ext uri="{BB962C8B-B14F-4D97-AF65-F5344CB8AC3E}">
        <p14:creationId xmlns:p14="http://schemas.microsoft.com/office/powerpoint/2010/main" val="390698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542AD-E31C-25D1-E594-6CC9E0A69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18E9-BCC7-E364-68C2-D313BAC01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" y="0"/>
            <a:ext cx="568960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B9C04E-CC6C-346F-6FD9-BD81BA9814EB}"/>
              </a:ext>
            </a:extLst>
          </p:cNvPr>
          <p:cNvSpPr txBox="1"/>
          <p:nvPr/>
        </p:nvSpPr>
        <p:spPr>
          <a:xfrm>
            <a:off x="117998" y="1362456"/>
            <a:ext cx="237468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Plaid Bank Integration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EC5047-D6BB-EBBC-BB09-16277068C9A4}"/>
              </a:ext>
            </a:extLst>
          </p:cNvPr>
          <p:cNvSpPr txBox="1"/>
          <p:nvPr/>
        </p:nvSpPr>
        <p:spPr>
          <a:xfrm>
            <a:off x="63500" y="1783080"/>
            <a:ext cx="308679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Secure OAuth link via Plaid Link UI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FA985B-C5B6-66D0-03FE-848B8783B48C}"/>
              </a:ext>
            </a:extLst>
          </p:cNvPr>
          <p:cNvSpPr txBox="1"/>
          <p:nvPr/>
        </p:nvSpPr>
        <p:spPr>
          <a:xfrm>
            <a:off x="63500" y="2121408"/>
            <a:ext cx="423919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Fetches real transactions from 11,000+ US/CA banks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9D5718-9219-A2C4-7D13-C0F47D1EB3D0}"/>
              </a:ext>
            </a:extLst>
          </p:cNvPr>
          <p:cNvSpPr txBox="1"/>
          <p:nvPr/>
        </p:nvSpPr>
        <p:spPr>
          <a:xfrm>
            <a:off x="63500" y="2459735"/>
            <a:ext cx="397614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Auto-syncs and </a:t>
            </a:r>
            <a:r>
              <a:rPr lang="en-I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categorises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on-demand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130F60-D5B2-F7C3-5AD1-71854C790D06}"/>
              </a:ext>
            </a:extLst>
          </p:cNvPr>
          <p:cNvSpPr txBox="1"/>
          <p:nvPr/>
        </p:nvSpPr>
        <p:spPr>
          <a:xfrm>
            <a:off x="63500" y="2798063"/>
            <a:ext cx="57886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Stores access tokens encrypted in MongoDB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6E92AC-3838-7CEB-5E56-F05A30F7F736}"/>
              </a:ext>
            </a:extLst>
          </p:cNvPr>
          <p:cNvSpPr txBox="1"/>
          <p:nvPr/>
        </p:nvSpPr>
        <p:spPr>
          <a:xfrm>
            <a:off x="63500" y="3136392"/>
            <a:ext cx="57886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Supports checking, savings, credit accounts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DAD8E6-9C1E-5DB6-4B63-C6FBF23C01EF}"/>
              </a:ext>
            </a:extLst>
          </p:cNvPr>
          <p:cNvSpPr txBox="1"/>
          <p:nvPr/>
        </p:nvSpPr>
        <p:spPr>
          <a:xfrm>
            <a:off x="5022937" y="1325880"/>
            <a:ext cx="6644807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Financial Advisory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1719D0-6646-94A7-6308-356F2AC8E0A2}"/>
              </a:ext>
            </a:extLst>
          </p:cNvPr>
          <p:cNvSpPr txBox="1"/>
          <p:nvPr/>
        </p:nvSpPr>
        <p:spPr>
          <a:xfrm>
            <a:off x="4947781" y="1783080"/>
            <a:ext cx="6707437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Gemini 1.5 Flash powers real-time chat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6BE86A-0968-D123-6F7A-F4702BB9AD3C}"/>
              </a:ext>
            </a:extLst>
          </p:cNvPr>
          <p:cNvSpPr txBox="1"/>
          <p:nvPr/>
        </p:nvSpPr>
        <p:spPr>
          <a:xfrm>
            <a:off x="4947781" y="2121408"/>
            <a:ext cx="6707437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Context-aware: knows user's income, expenses, goals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016D55-55CC-FBA2-F741-25313DBA4D30}"/>
              </a:ext>
            </a:extLst>
          </p:cNvPr>
          <p:cNvSpPr txBox="1"/>
          <p:nvPr/>
        </p:nvSpPr>
        <p:spPr>
          <a:xfrm>
            <a:off x="4947781" y="2459735"/>
            <a:ext cx="6707437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Shadow predicts month-end spending per category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8F147B-15B1-0F79-5084-B531571B4D29}"/>
              </a:ext>
            </a:extLst>
          </p:cNvPr>
          <p:cNvSpPr txBox="1"/>
          <p:nvPr/>
        </p:nvSpPr>
        <p:spPr>
          <a:xfrm>
            <a:off x="4947781" y="2798064"/>
            <a:ext cx="6707437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Flags shortfalls 2+ weeks before end-of-month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AFB9BC-AFFE-1791-93C6-E0DCAE72C04A}"/>
              </a:ext>
            </a:extLst>
          </p:cNvPr>
          <p:cNvSpPr txBox="1"/>
          <p:nvPr/>
        </p:nvSpPr>
        <p:spPr>
          <a:xfrm>
            <a:off x="4947781" y="3136392"/>
            <a:ext cx="6707437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written advice reports on demand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352878-E603-B21F-EEB7-93354BADC1A5}"/>
              </a:ext>
            </a:extLst>
          </p:cNvPr>
          <p:cNvSpPr txBox="1"/>
          <p:nvPr/>
        </p:nvSpPr>
        <p:spPr>
          <a:xfrm>
            <a:off x="200416" y="3803904"/>
            <a:ext cx="565174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Hub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7D76F8-BFB3-D976-D6EC-23A115EA4226}"/>
              </a:ext>
            </a:extLst>
          </p:cNvPr>
          <p:cNvSpPr txBox="1"/>
          <p:nvPr/>
        </p:nvSpPr>
        <p:spPr>
          <a:xfrm>
            <a:off x="244259" y="4247387"/>
            <a:ext cx="5551535" cy="3337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creates group; invites via </a:t>
            </a:r>
            <a:r>
              <a:rPr lang="en-I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tokenised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 link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C9BEB9-5B4A-5392-4E1F-35EAAEF9B469}"/>
              </a:ext>
            </a:extLst>
          </p:cNvPr>
          <p:cNvSpPr txBox="1"/>
          <p:nvPr/>
        </p:nvSpPr>
        <p:spPr>
          <a:xfrm>
            <a:off x="152922" y="4599432"/>
            <a:ext cx="569923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Members can add shared expenses (e.g., rent, groceries)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689774-0334-3309-0F8B-631B5B634D22}"/>
              </a:ext>
            </a:extLst>
          </p:cNvPr>
          <p:cNvSpPr txBox="1"/>
          <p:nvPr/>
        </p:nvSpPr>
        <p:spPr>
          <a:xfrm>
            <a:off x="152922" y="4937759"/>
            <a:ext cx="569923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Auto-calculates fair splits among members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A285E3-8AE4-2D3E-5805-68FB8A410737}"/>
              </a:ext>
            </a:extLst>
          </p:cNvPr>
          <p:cNvSpPr txBox="1"/>
          <p:nvPr/>
        </p:nvSpPr>
        <p:spPr>
          <a:xfrm>
            <a:off x="170407" y="5257799"/>
            <a:ext cx="569923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Real-time updates pushed via Socket.io rooms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DD53D3-A361-0182-952F-59A2AD71F2F5}"/>
              </a:ext>
            </a:extLst>
          </p:cNvPr>
          <p:cNvSpPr txBox="1"/>
          <p:nvPr/>
        </p:nvSpPr>
        <p:spPr>
          <a:xfrm>
            <a:off x="244259" y="5614416"/>
            <a:ext cx="5607902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savings goals with contribution tracking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983485-A13A-C249-C353-9613B99BC95F}"/>
              </a:ext>
            </a:extLst>
          </p:cNvPr>
          <p:cNvSpPr txBox="1"/>
          <p:nvPr/>
        </p:nvSpPr>
        <p:spPr>
          <a:xfrm>
            <a:off x="4960307" y="3803904"/>
            <a:ext cx="6707437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Tracker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B8A10D-EE17-A641-9BDF-244B317C1B21}"/>
              </a:ext>
            </a:extLst>
          </p:cNvPr>
          <p:cNvSpPr txBox="1"/>
          <p:nvPr/>
        </p:nvSpPr>
        <p:spPr>
          <a:xfrm>
            <a:off x="4947533" y="4261104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stocks, ETFs, bonds, mutual funds, crypto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7A0C33-DDF9-C5E0-1B77-9F5F946553C2}"/>
              </a:ext>
            </a:extLst>
          </p:cNvPr>
          <p:cNvSpPr txBox="1"/>
          <p:nvPr/>
        </p:nvSpPr>
        <p:spPr>
          <a:xfrm>
            <a:off x="4947533" y="4599432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purchase price, quantity → computes gain/loss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8DE637-BB3E-3C72-ECC4-B71E8C867118}"/>
              </a:ext>
            </a:extLst>
          </p:cNvPr>
          <p:cNvSpPr txBox="1"/>
          <p:nvPr/>
        </p:nvSpPr>
        <p:spPr>
          <a:xfrm>
            <a:off x="4947533" y="4937759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P/E ratio, dividend yield, 52-week hi/low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C697C9-619C-131E-EEB3-2053283633AC}"/>
              </a:ext>
            </a:extLst>
          </p:cNvPr>
          <p:cNvSpPr txBox="1"/>
          <p:nvPr/>
        </p:nvSpPr>
        <p:spPr>
          <a:xfrm>
            <a:off x="4947533" y="5276088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Configurable price alerts (above/below thresholds)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774347-E7D2-B838-D598-B920731D7F09}"/>
              </a:ext>
            </a:extLst>
          </p:cNvPr>
          <p:cNvSpPr txBox="1"/>
          <p:nvPr/>
        </p:nvSpPr>
        <p:spPr>
          <a:xfrm>
            <a:off x="4947533" y="5614416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Annualised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 &amp; volatility metrics</a:t>
            </a:r>
          </a:p>
        </p:txBody>
      </p:sp>
    </p:spTree>
    <p:extLst>
      <p:ext uri="{BB962C8B-B14F-4D97-AF65-F5344CB8AC3E}">
        <p14:creationId xmlns:p14="http://schemas.microsoft.com/office/powerpoint/2010/main" val="1621481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9BCF0-1868-DF26-1449-0156FBC48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067C9-7365-FD34-A072-71EAB1EA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99" y="0"/>
            <a:ext cx="6030507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5092A-9715-CC1D-23BD-86C8F83BBAB0}"/>
              </a:ext>
            </a:extLst>
          </p:cNvPr>
          <p:cNvSpPr txBox="1"/>
          <p:nvPr/>
        </p:nvSpPr>
        <p:spPr>
          <a:xfrm>
            <a:off x="-366011" y="1435608"/>
            <a:ext cx="1615324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3C6D37-6558-70DC-733A-4428402E0275}"/>
              </a:ext>
            </a:extLst>
          </p:cNvPr>
          <p:cNvSpPr txBox="1"/>
          <p:nvPr/>
        </p:nvSpPr>
        <p:spPr>
          <a:xfrm>
            <a:off x="-366011" y="2194560"/>
            <a:ext cx="1615324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
Endpoints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499521-489C-8FEE-DE39-8A9B62222415}"/>
              </a:ext>
            </a:extLst>
          </p:cNvPr>
          <p:cNvSpPr txBox="1"/>
          <p:nvPr/>
        </p:nvSpPr>
        <p:spPr>
          <a:xfrm>
            <a:off x="1157999" y="1435608"/>
            <a:ext cx="1602228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B8C74F-BD0D-799E-A979-1063B4903C1A}"/>
              </a:ext>
            </a:extLst>
          </p:cNvPr>
          <p:cNvSpPr txBox="1"/>
          <p:nvPr/>
        </p:nvSpPr>
        <p:spPr>
          <a:xfrm>
            <a:off x="1102291" y="2194560"/>
            <a:ext cx="1749888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
Collections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435E72-640F-BC7A-4AE4-48DC4654D054}"/>
              </a:ext>
            </a:extLst>
          </p:cNvPr>
          <p:cNvSpPr txBox="1"/>
          <p:nvPr/>
        </p:nvSpPr>
        <p:spPr>
          <a:xfrm>
            <a:off x="1252603" y="1435608"/>
            <a:ext cx="4494207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40+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B947EC-5A51-BEF4-04FE-9C9C71C07AE9}"/>
              </a:ext>
            </a:extLst>
          </p:cNvPr>
          <p:cNvSpPr txBox="1"/>
          <p:nvPr/>
        </p:nvSpPr>
        <p:spPr>
          <a:xfrm>
            <a:off x="1027134" y="2194560"/>
            <a:ext cx="4978121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
Components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ABF471-8EFE-2E05-A936-21330AB82952}"/>
              </a:ext>
            </a:extLst>
          </p:cNvPr>
          <p:cNvSpPr txBox="1"/>
          <p:nvPr/>
        </p:nvSpPr>
        <p:spPr>
          <a:xfrm>
            <a:off x="4635120" y="1435608"/>
            <a:ext cx="877462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221B17-E28C-4384-A2CF-CD823581AB15}"/>
              </a:ext>
            </a:extLst>
          </p:cNvPr>
          <p:cNvSpPr txBox="1"/>
          <p:nvPr/>
        </p:nvSpPr>
        <p:spPr>
          <a:xfrm>
            <a:off x="4398849" y="2194560"/>
            <a:ext cx="1280228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
Services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8833B0-CD4A-D648-167A-6CEFB6D47FD9}"/>
              </a:ext>
            </a:extLst>
          </p:cNvPr>
          <p:cNvSpPr txBox="1"/>
          <p:nvPr/>
        </p:nvSpPr>
        <p:spPr>
          <a:xfrm>
            <a:off x="6045773" y="1435608"/>
            <a:ext cx="960049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C76CAC-1542-5D2B-52E7-6EB70DA8F9C5}"/>
              </a:ext>
            </a:extLst>
          </p:cNvPr>
          <p:cNvSpPr txBox="1"/>
          <p:nvPr/>
        </p:nvSpPr>
        <p:spPr>
          <a:xfrm>
            <a:off x="6141998" y="2176397"/>
            <a:ext cx="99408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
Features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BC5EF2-7C7C-2E91-393B-4F56656F4B9E}"/>
              </a:ext>
            </a:extLst>
          </p:cNvPr>
          <p:cNvSpPr txBox="1"/>
          <p:nvPr/>
        </p:nvSpPr>
        <p:spPr>
          <a:xfrm>
            <a:off x="7796690" y="1435608"/>
            <a:ext cx="1002841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095ED1-CED4-3A03-C821-EE5CD978900E}"/>
              </a:ext>
            </a:extLst>
          </p:cNvPr>
          <p:cNvSpPr txBox="1"/>
          <p:nvPr/>
        </p:nvSpPr>
        <p:spPr>
          <a:xfrm>
            <a:off x="7666432" y="2147062"/>
            <a:ext cx="125294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
Platforms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B4D5AB-25E1-4B5F-381C-655FE8FBAEB6}"/>
              </a:ext>
            </a:extLst>
          </p:cNvPr>
          <p:cNvSpPr txBox="1"/>
          <p:nvPr/>
        </p:nvSpPr>
        <p:spPr>
          <a:xfrm>
            <a:off x="-40677" y="3090672"/>
            <a:ext cx="196342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Product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CA73E0-704B-C48B-23C6-83F3C7834C81}"/>
              </a:ext>
            </a:extLst>
          </p:cNvPr>
          <p:cNvSpPr txBox="1"/>
          <p:nvPr/>
        </p:nvSpPr>
        <p:spPr>
          <a:xfrm>
            <a:off x="-40677" y="3520440"/>
            <a:ext cx="2076156" cy="43778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Production-deployed on 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Render</a:t>
            </a:r>
            <a:endParaRPr 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4EDFD0-6E92-D2E0-D153-E2B6F7F928DF}"/>
              </a:ext>
            </a:extLst>
          </p:cNvPr>
          <p:cNvSpPr txBox="1"/>
          <p:nvPr/>
        </p:nvSpPr>
        <p:spPr>
          <a:xfrm>
            <a:off x="-40677" y="3996491"/>
            <a:ext cx="2076156" cy="43778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Live URL: money-mentor-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wheat.vercel.app</a:t>
            </a:r>
            <a:endParaRPr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62C934-7D1D-6271-809D-6E09834FB2E2}"/>
              </a:ext>
            </a:extLst>
          </p:cNvPr>
          <p:cNvSpPr txBox="1"/>
          <p:nvPr/>
        </p:nvSpPr>
        <p:spPr>
          <a:xfrm>
            <a:off x="-31315" y="4489422"/>
            <a:ext cx="2238114" cy="43778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Full CRUD operations across all modules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E4B19B-F718-6488-3A37-F33C7871108E}"/>
              </a:ext>
            </a:extLst>
          </p:cNvPr>
          <p:cNvSpPr txBox="1"/>
          <p:nvPr/>
        </p:nvSpPr>
        <p:spPr>
          <a:xfrm>
            <a:off x="-31315" y="4965473"/>
            <a:ext cx="2413144" cy="535361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End-to-end tested with sandbox bank data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47F994-E50F-8E1A-A388-EFDBBA7E25A7}"/>
              </a:ext>
            </a:extLst>
          </p:cNvPr>
          <p:cNvSpPr txBox="1"/>
          <p:nvPr/>
        </p:nvSpPr>
        <p:spPr>
          <a:xfrm>
            <a:off x="2248957" y="3090672"/>
            <a:ext cx="1615324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D3CE91-7DE7-C117-AC56-33C6E6DECF32}"/>
              </a:ext>
            </a:extLst>
          </p:cNvPr>
          <p:cNvSpPr txBox="1"/>
          <p:nvPr/>
        </p:nvSpPr>
        <p:spPr>
          <a:xfrm>
            <a:off x="2292797" y="3520439"/>
            <a:ext cx="1972315" cy="43778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Google Gemini chatbot integrated end-to-end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424415-D7D6-065C-54DA-DA1CE7CE1973}"/>
              </a:ext>
            </a:extLst>
          </p:cNvPr>
          <p:cNvSpPr txBox="1"/>
          <p:nvPr/>
        </p:nvSpPr>
        <p:spPr>
          <a:xfrm>
            <a:off x="2287068" y="4036199"/>
            <a:ext cx="2221421" cy="69237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Shadow engine provides 30-day spending forecasts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897E46-F422-8920-A066-02E17CF18FFE}"/>
              </a:ext>
            </a:extLst>
          </p:cNvPr>
          <p:cNvSpPr txBox="1"/>
          <p:nvPr/>
        </p:nvSpPr>
        <p:spPr>
          <a:xfrm>
            <a:off x="2305857" y="4733367"/>
            <a:ext cx="2097042" cy="41943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NLP auto-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categorises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90%+ of bank transactions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9DF444-5AB1-4380-9678-6FD89F27A783}"/>
              </a:ext>
            </a:extLst>
          </p:cNvPr>
          <p:cNvSpPr txBox="1"/>
          <p:nvPr/>
        </p:nvSpPr>
        <p:spPr>
          <a:xfrm>
            <a:off x="2305323" y="5259332"/>
            <a:ext cx="2304255" cy="53395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advice adapts to user financial profile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4E00C5-E4BB-9FB4-0A28-A7AF28D89E89}"/>
              </a:ext>
            </a:extLst>
          </p:cNvPr>
          <p:cNvSpPr txBox="1"/>
          <p:nvPr/>
        </p:nvSpPr>
        <p:spPr>
          <a:xfrm>
            <a:off x="4801637" y="3090672"/>
            <a:ext cx="2096701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Collaboration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D97396-B2CC-1FA1-B3CC-DD3920246ED4}"/>
              </a:ext>
            </a:extLst>
          </p:cNvPr>
          <p:cNvSpPr txBox="1"/>
          <p:nvPr/>
        </p:nvSpPr>
        <p:spPr>
          <a:xfrm>
            <a:off x="4801637" y="3520440"/>
            <a:ext cx="2144046" cy="69237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Socket.io enables sub-second family expense updates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F19387-B870-6639-BB6C-11F20E1113AF}"/>
              </a:ext>
            </a:extLst>
          </p:cNvPr>
          <p:cNvSpPr txBox="1"/>
          <p:nvPr/>
        </p:nvSpPr>
        <p:spPr>
          <a:xfrm>
            <a:off x="4801637" y="4262481"/>
            <a:ext cx="2144046" cy="7029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JWT-authenticated WebSocket rooms per family group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endParaRPr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7C7F8A-056E-4395-D47D-DBC42F82DE56}"/>
              </a:ext>
            </a:extLst>
          </p:cNvPr>
          <p:cNvSpPr txBox="1"/>
          <p:nvPr/>
        </p:nvSpPr>
        <p:spPr>
          <a:xfrm>
            <a:off x="4801636" y="5029573"/>
            <a:ext cx="2100205" cy="53395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Email invite flow with secure time-limited tokens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8D5020-9FA7-8157-6FC6-6E784EE41955}"/>
              </a:ext>
            </a:extLst>
          </p:cNvPr>
          <p:cNvSpPr txBox="1"/>
          <p:nvPr/>
        </p:nvSpPr>
        <p:spPr>
          <a:xfrm>
            <a:off x="4801637" y="5541167"/>
            <a:ext cx="2269306" cy="71577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Concurrent multi-user family expense management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F946B1-295D-4C56-7FEB-4AF476C4F5C0}"/>
              </a:ext>
            </a:extLst>
          </p:cNvPr>
          <p:cNvSpPr txBox="1"/>
          <p:nvPr/>
        </p:nvSpPr>
        <p:spPr>
          <a:xfrm>
            <a:off x="7111280" y="3090672"/>
            <a:ext cx="2810647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Auth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10B63DD-9C3A-1E6B-164B-E0F75F43CEC9}"/>
              </a:ext>
            </a:extLst>
          </p:cNvPr>
          <p:cNvSpPr txBox="1"/>
          <p:nvPr/>
        </p:nvSpPr>
        <p:spPr>
          <a:xfrm>
            <a:off x="7111281" y="3520440"/>
            <a:ext cx="2032720" cy="4377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OTP email verification for all new accounts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92E5CF-618B-B224-7BC2-36E6A1D5D7AB}"/>
              </a:ext>
            </a:extLst>
          </p:cNvPr>
          <p:cNvSpPr txBox="1"/>
          <p:nvPr/>
        </p:nvSpPr>
        <p:spPr>
          <a:xfrm>
            <a:off x="7111281" y="4040521"/>
            <a:ext cx="2144046" cy="4377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 (cost factor 12)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51654E-D9AE-EA16-E9BF-56C38A88207D}"/>
              </a:ext>
            </a:extLst>
          </p:cNvPr>
          <p:cNvSpPr txBox="1"/>
          <p:nvPr/>
        </p:nvSpPr>
        <p:spPr>
          <a:xfrm>
            <a:off x="7111281" y="4572250"/>
            <a:ext cx="2144046" cy="462181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JWT tokens with expiry and refresh strategy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60F2FE-EFE6-F179-1415-313201299C55}"/>
              </a:ext>
            </a:extLst>
          </p:cNvPr>
          <p:cNvSpPr txBox="1"/>
          <p:nvPr/>
        </p:nvSpPr>
        <p:spPr>
          <a:xfrm>
            <a:off x="7111280" y="5079301"/>
            <a:ext cx="2097043" cy="462181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CORS restricted to known frontend origins</a:t>
            </a:r>
          </a:p>
        </p:txBody>
      </p:sp>
    </p:spTree>
    <p:extLst>
      <p:ext uri="{BB962C8B-B14F-4D97-AF65-F5344CB8AC3E}">
        <p14:creationId xmlns:p14="http://schemas.microsoft.com/office/powerpoint/2010/main" val="2501408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77ACE-7B7D-A7E9-B6CA-CAC45725F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5BF0-8992-9736-CFF4-EA6A615B9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628" y="0"/>
            <a:ext cx="5373666" cy="83836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3CC911-C224-8EA7-AED7-3FAE9664C6C2}"/>
              </a:ext>
            </a:extLst>
          </p:cNvPr>
          <p:cNvSpPr txBox="1"/>
          <p:nvPr/>
        </p:nvSpPr>
        <p:spPr>
          <a:xfrm>
            <a:off x="88900" y="856656"/>
            <a:ext cx="2917347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Third-Party API Complexity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26FDA4-E78D-B306-389B-7A6D393461A8}"/>
              </a:ext>
            </a:extLst>
          </p:cNvPr>
          <p:cNvSpPr txBox="1"/>
          <p:nvPr/>
        </p:nvSpPr>
        <p:spPr>
          <a:xfrm>
            <a:off x="88900" y="1240703"/>
            <a:ext cx="4088530" cy="113385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Plaid's sandbox/production differences, token management, and error handling required careful design. We learned the importance of abstraction layers (plaidService.js) to decouple external API changes from business logic.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954014-7A99-DF72-D4DB-EF44091876FE}"/>
              </a:ext>
            </a:extLst>
          </p:cNvPr>
          <p:cNvSpPr txBox="1"/>
          <p:nvPr/>
        </p:nvSpPr>
        <p:spPr>
          <a:xfrm>
            <a:off x="5010413" y="875444"/>
            <a:ext cx="3557390" cy="44717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for Finance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F56B36-E830-B699-4D5A-52B9F0ADE598}"/>
              </a:ext>
            </a:extLst>
          </p:cNvPr>
          <p:cNvSpPr txBox="1"/>
          <p:nvPr/>
        </p:nvSpPr>
        <p:spPr>
          <a:xfrm>
            <a:off x="5029792" y="1259493"/>
            <a:ext cx="4214415" cy="9764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Crafting effective Gemini prompts required iterating on context injection — passing spending summaries, budgets, and goals so the AI produces actionable, 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advice rather than generic responses.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BB64EF-6AE3-2151-798A-290CCD6CA44F}"/>
              </a:ext>
            </a:extLst>
          </p:cNvPr>
          <p:cNvSpPr txBox="1"/>
          <p:nvPr/>
        </p:nvSpPr>
        <p:spPr>
          <a:xfrm>
            <a:off x="88900" y="2392848"/>
            <a:ext cx="44831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Architecture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907F9D-E830-6F91-B54A-285D0B35EBFE}"/>
              </a:ext>
            </a:extLst>
          </p:cNvPr>
          <p:cNvSpPr txBox="1"/>
          <p:nvPr/>
        </p:nvSpPr>
        <p:spPr>
          <a:xfrm>
            <a:off x="88900" y="2776896"/>
            <a:ext cx="4332788" cy="11338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Socket.io room-based broadcasting required careful authentication middleware. We learned JWT validation for WebSocket upgrade requests and the nuances of managing disconnects and reconnects gracefully.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2EC6C0-D58B-DA34-8FD0-80E2EEF0BF65}"/>
              </a:ext>
            </a:extLst>
          </p:cNvPr>
          <p:cNvSpPr txBox="1"/>
          <p:nvPr/>
        </p:nvSpPr>
        <p:spPr>
          <a:xfrm>
            <a:off x="5029793" y="2349007"/>
            <a:ext cx="23417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for </a:t>
            </a:r>
            <a:r>
              <a:rPr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Categorisation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6B9809-353D-56FE-6EBA-FC9D1970BAD8}"/>
              </a:ext>
            </a:extLst>
          </p:cNvPr>
          <p:cNvSpPr txBox="1"/>
          <p:nvPr/>
        </p:nvSpPr>
        <p:spPr>
          <a:xfrm>
            <a:off x="5029792" y="2733055"/>
            <a:ext cx="4114207" cy="97590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'natural' library's 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tokenisation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TF-IDF worked well for structured merchant names but struggled with ambiguous descriptions, teaching us the limits of rule-based NLP vs. ML approaches.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F22031-96D8-372E-C65E-21C82A53CE8D}"/>
              </a:ext>
            </a:extLst>
          </p:cNvPr>
          <p:cNvSpPr txBox="1"/>
          <p:nvPr/>
        </p:nvSpPr>
        <p:spPr>
          <a:xfrm>
            <a:off x="88900" y="3929040"/>
            <a:ext cx="358748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Monorepo</a:t>
            </a: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9E43FD-6259-15CB-0B81-DA568F02818E}"/>
              </a:ext>
            </a:extLst>
          </p:cNvPr>
          <p:cNvSpPr txBox="1"/>
          <p:nvPr/>
        </p:nvSpPr>
        <p:spPr>
          <a:xfrm>
            <a:off x="88900" y="4313087"/>
            <a:ext cx="4670990" cy="91652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client/ and server/ in one repo improved DX significantly. We learned the value of shared type contracts between frontend API calls and backend response shapes to reduce integration bugs.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081AF9-4995-69A7-6579-CE7E4AFC7123}"/>
              </a:ext>
            </a:extLst>
          </p:cNvPr>
          <p:cNvSpPr txBox="1"/>
          <p:nvPr/>
        </p:nvSpPr>
        <p:spPr>
          <a:xfrm>
            <a:off x="5029793" y="3797517"/>
            <a:ext cx="2229041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Best Practices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F4F145-05FC-B76F-C69F-E6A6418F2CEF}"/>
              </a:ext>
            </a:extLst>
          </p:cNvPr>
          <p:cNvSpPr txBox="1"/>
          <p:nvPr/>
        </p:nvSpPr>
        <p:spPr>
          <a:xfrm>
            <a:off x="5029793" y="4143986"/>
            <a:ext cx="4158048" cy="128604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OTP verification, 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hashing, and JWT middleware from scratch deepened our understanding of auth flows, token expiry, and securing WebSocket connections — often overlooked in tutorials.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BAB303-432B-7C65-45AE-8BC095442190}"/>
              </a:ext>
            </a:extLst>
          </p:cNvPr>
          <p:cNvSpPr txBox="1"/>
          <p:nvPr/>
        </p:nvSpPr>
        <p:spPr>
          <a:xfrm>
            <a:off x="88900" y="5465232"/>
            <a:ext cx="3819221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Management at Scale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785450-3265-0CFA-D736-6A71BC620174}"/>
              </a:ext>
            </a:extLst>
          </p:cNvPr>
          <p:cNvSpPr txBox="1"/>
          <p:nvPr/>
        </p:nvSpPr>
        <p:spPr>
          <a:xfrm>
            <a:off x="88900" y="5849279"/>
            <a:ext cx="4721095" cy="97114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app grew, prop-drilling became painful. Migrating to Redux Toolkit with slice-based state (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authSlice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familySlice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taught us when global state is warranted vs. local component state.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2A7842-98D4-445C-68D4-D7C628C758BA}"/>
              </a:ext>
            </a:extLst>
          </p:cNvPr>
          <p:cNvSpPr txBox="1"/>
          <p:nvPr/>
        </p:nvSpPr>
        <p:spPr>
          <a:xfrm>
            <a:off x="5029793" y="5408865"/>
            <a:ext cx="247956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&amp; DevOps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C64058-D22E-4DF4-336C-359A94331EA3}"/>
              </a:ext>
            </a:extLst>
          </p:cNvPr>
          <p:cNvSpPr txBox="1"/>
          <p:nvPr/>
        </p:nvSpPr>
        <p:spPr>
          <a:xfrm>
            <a:off x="5029792" y="5698968"/>
            <a:ext cx="4114208" cy="11521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Vercel for SPA routing managing CORS between Render and Vercel origins, and using Cloudflare Wrangler for edge workers gave us hands-on production deployment experience.</a:t>
            </a:r>
          </a:p>
        </p:txBody>
      </p:sp>
    </p:spTree>
    <p:extLst>
      <p:ext uri="{BB962C8B-B14F-4D97-AF65-F5344CB8AC3E}">
        <p14:creationId xmlns:p14="http://schemas.microsoft.com/office/powerpoint/2010/main" val="430951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82307-967F-A89E-FF47-575385DB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F1554-28A6-A34C-BEAA-C911C04C4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" y="0"/>
            <a:ext cx="568960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Goals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95F2CA-A235-8ECB-6E23-6248DC6CF13B}"/>
              </a:ext>
            </a:extLst>
          </p:cNvPr>
          <p:cNvSpPr txBox="1"/>
          <p:nvPr/>
        </p:nvSpPr>
        <p:spPr>
          <a:xfrm>
            <a:off x="23174" y="1353312"/>
            <a:ext cx="1674103" cy="5303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
(0–3 months)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5C58B9-559C-9CC6-445B-0A954E82EDB3}"/>
              </a:ext>
            </a:extLst>
          </p:cNvPr>
          <p:cNvSpPr txBox="1"/>
          <p:nvPr/>
        </p:nvSpPr>
        <p:spPr>
          <a:xfrm>
            <a:off x="79040" y="205740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Native iOS &amp; Android apps (React Native)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03574A-1D6C-3179-AC96-414557DEA8AA}"/>
              </a:ext>
            </a:extLst>
          </p:cNvPr>
          <p:cNvSpPr txBox="1"/>
          <p:nvPr/>
        </p:nvSpPr>
        <p:spPr>
          <a:xfrm>
            <a:off x="79040" y="288036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Multi-currency support with live exchange rates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2EFE33-AC1C-CC2C-01C8-8E448FF593B2}"/>
              </a:ext>
            </a:extLst>
          </p:cNvPr>
          <p:cNvSpPr txBox="1"/>
          <p:nvPr/>
        </p:nvSpPr>
        <p:spPr>
          <a:xfrm>
            <a:off x="79040" y="370332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Dark/light theme with accessibility improvements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BB7B46-CD89-16DC-3B79-9717C4DDAADE}"/>
              </a:ext>
            </a:extLst>
          </p:cNvPr>
          <p:cNvSpPr txBox="1"/>
          <p:nvPr/>
        </p:nvSpPr>
        <p:spPr>
          <a:xfrm>
            <a:off x="79040" y="452628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Transaction search and advanced filters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7272DF-0E51-6EBA-6F77-E2881050461A}"/>
              </a:ext>
            </a:extLst>
          </p:cNvPr>
          <p:cNvSpPr txBox="1"/>
          <p:nvPr/>
        </p:nvSpPr>
        <p:spPr>
          <a:xfrm>
            <a:off x="79040" y="534924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Recurring expense &amp; subscription detection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5B190B-B472-14AF-BADF-AD8AF0CB994A}"/>
              </a:ext>
            </a:extLst>
          </p:cNvPr>
          <p:cNvSpPr txBox="1"/>
          <p:nvPr/>
        </p:nvSpPr>
        <p:spPr>
          <a:xfrm>
            <a:off x="2266587" y="1353312"/>
            <a:ext cx="1620255" cy="5303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
(3–6 months)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80315F-51B2-9DC3-8CC3-8D1DB83B6307}"/>
              </a:ext>
            </a:extLst>
          </p:cNvPr>
          <p:cNvSpPr txBox="1"/>
          <p:nvPr/>
        </p:nvSpPr>
        <p:spPr>
          <a:xfrm>
            <a:off x="2328716" y="205740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Credit score integration (Experian / Equifax API)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4A32AF-632E-42D1-554A-7513E32929F6}"/>
              </a:ext>
            </a:extLst>
          </p:cNvPr>
          <p:cNvSpPr txBox="1"/>
          <p:nvPr/>
        </p:nvSpPr>
        <p:spPr>
          <a:xfrm>
            <a:off x="2328716" y="288036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Robo-advisory: AI-generated investment recommendations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8AE17E-DC17-566F-04A1-8E722FC3A0B4}"/>
              </a:ext>
            </a:extLst>
          </p:cNvPr>
          <p:cNvSpPr txBox="1"/>
          <p:nvPr/>
        </p:nvSpPr>
        <p:spPr>
          <a:xfrm>
            <a:off x="2328716" y="370332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Tax estimation module (US 1040 / Schedule C)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8AA1AE-DA8B-3BF6-AE9F-5346BD253EDC}"/>
              </a:ext>
            </a:extLst>
          </p:cNvPr>
          <p:cNvSpPr txBox="1"/>
          <p:nvPr/>
        </p:nvSpPr>
        <p:spPr>
          <a:xfrm>
            <a:off x="2328716" y="452628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Bill &amp; subscription management with reminders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D11650-2469-81F3-9C54-13A64C3F9C05}"/>
              </a:ext>
            </a:extLst>
          </p:cNvPr>
          <p:cNvSpPr txBox="1"/>
          <p:nvPr/>
        </p:nvSpPr>
        <p:spPr>
          <a:xfrm>
            <a:off x="2328716" y="534924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Plaid expansion: UK, EU markets (Open Banking)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D640A1-F5F3-FE5B-C2D9-26831551BC49}"/>
              </a:ext>
            </a:extLst>
          </p:cNvPr>
          <p:cNvSpPr txBox="1"/>
          <p:nvPr/>
        </p:nvSpPr>
        <p:spPr>
          <a:xfrm>
            <a:off x="4654049" y="1353312"/>
            <a:ext cx="17889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
(6–12 months)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005B79-1E08-1D9F-DCA5-47D37018DFB5}"/>
              </a:ext>
            </a:extLst>
          </p:cNvPr>
          <p:cNvSpPr txBox="1"/>
          <p:nvPr/>
        </p:nvSpPr>
        <p:spPr>
          <a:xfrm>
            <a:off x="4728704" y="205740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Full robo-advisor with automated rebalancing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D8B36D-9B87-EB19-36A7-27E831414909}"/>
              </a:ext>
            </a:extLst>
          </p:cNvPr>
          <p:cNvSpPr txBox="1"/>
          <p:nvPr/>
        </p:nvSpPr>
        <p:spPr>
          <a:xfrm>
            <a:off x="4728704" y="288036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Peer-to-peer money transfers within Family Hub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D6DFA9-80F9-E1C4-F15D-99F107B23B80}"/>
              </a:ext>
            </a:extLst>
          </p:cNvPr>
          <p:cNvSpPr txBox="1"/>
          <p:nvPr/>
        </p:nvSpPr>
        <p:spPr>
          <a:xfrm>
            <a:off x="4728704" y="370332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Machine learning-based fraud detection on transactions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BEEF36-9BC2-4AAC-6D74-657CD91B0214}"/>
              </a:ext>
            </a:extLst>
          </p:cNvPr>
          <p:cNvSpPr txBox="1"/>
          <p:nvPr/>
        </p:nvSpPr>
        <p:spPr>
          <a:xfrm>
            <a:off x="4728704" y="452628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Compliance: SOC 2, PCI-DSS level 1 certification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AE8787-67C2-0058-E287-43EAD4694DEE}"/>
              </a:ext>
            </a:extLst>
          </p:cNvPr>
          <p:cNvSpPr txBox="1"/>
          <p:nvPr/>
        </p:nvSpPr>
        <p:spPr>
          <a:xfrm>
            <a:off x="4728704" y="534924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B2B SaaS offering for small business accounting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6771B4-CD16-F3CE-CC5B-AFCC814825A5}"/>
              </a:ext>
            </a:extLst>
          </p:cNvPr>
          <p:cNvSpPr txBox="1"/>
          <p:nvPr/>
        </p:nvSpPr>
        <p:spPr>
          <a:xfrm>
            <a:off x="6997670" y="1353312"/>
            <a:ext cx="2242755" cy="5303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
(12+ months)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B9E684-D7E1-58AC-A420-9B4F139C495A}"/>
              </a:ext>
            </a:extLst>
          </p:cNvPr>
          <p:cNvSpPr txBox="1"/>
          <p:nvPr/>
        </p:nvSpPr>
        <p:spPr>
          <a:xfrm>
            <a:off x="7015958" y="205740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Open Banking API marketplace for 3rd-party plugins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9EFDA8-AA61-6695-35AA-8EAEF7C28EC0}"/>
              </a:ext>
            </a:extLst>
          </p:cNvPr>
          <p:cNvSpPr txBox="1"/>
          <p:nvPr/>
        </p:nvSpPr>
        <p:spPr>
          <a:xfrm>
            <a:off x="7015958" y="288036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AI portfolio manager with market sentiment analysis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E60444-8B47-54EC-4757-A7C674CCC380}"/>
              </a:ext>
            </a:extLst>
          </p:cNvPr>
          <p:cNvSpPr txBox="1"/>
          <p:nvPr/>
        </p:nvSpPr>
        <p:spPr>
          <a:xfrm>
            <a:off x="7015958" y="370332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Blockchain-based audit trail for family finances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D81F19-A009-03D6-D4F8-D676F1AB30B3}"/>
              </a:ext>
            </a:extLst>
          </p:cNvPr>
          <p:cNvSpPr txBox="1"/>
          <p:nvPr/>
        </p:nvSpPr>
        <p:spPr>
          <a:xfrm>
            <a:off x="7015958" y="452628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Enterprise family office management features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FBF3BB-482A-003D-6B7A-BCEBAEFFF629}"/>
              </a:ext>
            </a:extLst>
          </p:cNvPr>
          <p:cNvSpPr txBox="1"/>
          <p:nvPr/>
        </p:nvSpPr>
        <p:spPr>
          <a:xfrm>
            <a:off x="7003432" y="534924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IPO / acquisition readiness with due-diligence pack</a:t>
            </a:r>
          </a:p>
        </p:txBody>
      </p:sp>
    </p:spTree>
    <p:extLst>
      <p:ext uri="{BB962C8B-B14F-4D97-AF65-F5344CB8AC3E}">
        <p14:creationId xmlns:p14="http://schemas.microsoft.com/office/powerpoint/2010/main" val="2119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36547</TotalTime>
  <Words>1882</Words>
  <Application>Microsoft Office PowerPoint</Application>
  <PresentationFormat>On-screen Show (4:3)</PresentationFormat>
  <Paragraphs>283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Project Overview</vt:lpstr>
      <vt:lpstr>Problem Definition</vt:lpstr>
      <vt:lpstr>Project Scope</vt:lpstr>
      <vt:lpstr>Objectives</vt:lpstr>
      <vt:lpstr>System Architecture</vt:lpstr>
      <vt:lpstr>User Workflow Diagram</vt:lpstr>
      <vt:lpstr>Use-Case Diagram</vt:lpstr>
      <vt:lpstr>Data Flow Diagram</vt:lpstr>
      <vt:lpstr>Database Schema</vt:lpstr>
      <vt:lpstr>Tools and Technologies</vt:lpstr>
      <vt:lpstr>Key Features</vt:lpstr>
      <vt:lpstr>Outcomes</vt:lpstr>
      <vt:lpstr>Learnings</vt:lpstr>
      <vt:lpstr>Future Goals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karandeep kaur</cp:lastModifiedBy>
  <cp:revision>2300</cp:revision>
  <dcterms:created xsi:type="dcterms:W3CDTF">2010-04-09T07:36:15Z</dcterms:created>
  <dcterms:modified xsi:type="dcterms:W3CDTF">2026-05-01T16:48:05Z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